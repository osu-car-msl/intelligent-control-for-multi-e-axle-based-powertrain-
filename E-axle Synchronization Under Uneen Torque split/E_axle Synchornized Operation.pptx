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4"/>
  </p:sldMasterIdLst>
  <p:notesMasterIdLst>
    <p:notesMasterId r:id="rId13"/>
  </p:notesMasterIdLst>
  <p:sldIdLst>
    <p:sldId id="1568" r:id="rId5"/>
    <p:sldId id="1778" r:id="rId6"/>
    <p:sldId id="1779" r:id="rId7"/>
    <p:sldId id="1781" r:id="rId8"/>
    <p:sldId id="1639" r:id="rId9"/>
    <p:sldId id="1780" r:id="rId10"/>
    <p:sldId id="1641" r:id="rId11"/>
    <p:sldId id="16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AA74B4-3CD1-C8FC-E292-C75DC9FD81EC}" name="Khuntia, Satvik" initials="KS" userId="S::khuntia.2@buckeyemail.osu.edu::13e19e61-680b-40b6-a6d7-a5a9be01f5fe" providerId="AD"/>
  <p188:author id="{A91C24FB-7240-84FD-7669-C05799170B71}" name="Satvik Khuntia" initials="SK" userId="Satvik Khunti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B"/>
    <a:srgbClr val="BB0000"/>
    <a:srgbClr val="BA0C2F"/>
    <a:srgbClr val="FFFFFF"/>
    <a:srgbClr val="A2AAAD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der, Ahmad" userId="c27f30d0-2d13-470b-bb49-43ace0670b2e" providerId="ADAL" clId="{3F0B0AF9-B7D5-4404-916F-87CA1983E398}"/>
    <pc:docChg chg="custSel addSld delSld modSld modMainMaster">
      <pc:chgData name="Safder, Ahmad" userId="c27f30d0-2d13-470b-bb49-43ace0670b2e" providerId="ADAL" clId="{3F0B0AF9-B7D5-4404-916F-87CA1983E398}" dt="2023-11-26T00:37:52.567" v="956" actId="20577"/>
      <pc:docMkLst>
        <pc:docMk/>
      </pc:docMkLst>
      <pc:sldChg chg="modSp add del mod">
        <pc:chgData name="Safder, Ahmad" userId="c27f30d0-2d13-470b-bb49-43ace0670b2e" providerId="ADAL" clId="{3F0B0AF9-B7D5-4404-916F-87CA1983E398}" dt="2023-11-26T00:37:52.567" v="956" actId="20577"/>
        <pc:sldMkLst>
          <pc:docMk/>
          <pc:sldMk cId="3123364226" sldId="291"/>
        </pc:sldMkLst>
      </pc:sldChg>
      <pc:sldChg chg="modSp del mod">
        <pc:chgData name="Safder, Ahmad" userId="c27f30d0-2d13-470b-bb49-43ace0670b2e" providerId="ADAL" clId="{3F0B0AF9-B7D5-4404-916F-87CA1983E398}" dt="2023-11-25T23:47:29.056" v="11" actId="47"/>
        <pc:sldMkLst>
          <pc:docMk/>
          <pc:sldMk cId="330696844" sldId="301"/>
        </pc:sldMkLst>
      </pc:sldChg>
      <pc:sldChg chg="modSp mod">
        <pc:chgData name="Safder, Ahmad" userId="c27f30d0-2d13-470b-bb49-43ace0670b2e" providerId="ADAL" clId="{3F0B0AF9-B7D5-4404-916F-87CA1983E398}" dt="2023-11-25T23:47:25.158" v="7" actId="27636"/>
        <pc:sldMkLst>
          <pc:docMk/>
          <pc:sldMk cId="4167097377" sldId="303"/>
        </pc:sldMkLst>
      </pc:sldChg>
      <pc:sldChg chg="del">
        <pc:chgData name="Safder, Ahmad" userId="c27f30d0-2d13-470b-bb49-43ace0670b2e" providerId="ADAL" clId="{3F0B0AF9-B7D5-4404-916F-87CA1983E398}" dt="2023-11-25T23:47:33.630" v="13" actId="47"/>
        <pc:sldMkLst>
          <pc:docMk/>
          <pc:sldMk cId="352397442" sldId="921"/>
        </pc:sldMkLst>
      </pc:sldChg>
      <pc:sldChg chg="modSp del mod">
        <pc:chgData name="Safder, Ahmad" userId="c27f30d0-2d13-470b-bb49-43ace0670b2e" providerId="ADAL" clId="{3F0B0AF9-B7D5-4404-916F-87CA1983E398}" dt="2023-11-25T23:47:34.751" v="14" actId="47"/>
        <pc:sldMkLst>
          <pc:docMk/>
          <pc:sldMk cId="1820178960" sldId="922"/>
        </pc:sldMkLst>
      </pc:sldChg>
      <pc:sldChg chg="del">
        <pc:chgData name="Safder, Ahmad" userId="c27f30d0-2d13-470b-bb49-43ace0670b2e" providerId="ADAL" clId="{3F0B0AF9-B7D5-4404-916F-87CA1983E398}" dt="2023-11-25T23:47:37.166" v="16" actId="47"/>
        <pc:sldMkLst>
          <pc:docMk/>
          <pc:sldMk cId="1481927134" sldId="928"/>
        </pc:sldMkLst>
      </pc:sldChg>
      <pc:sldChg chg="del">
        <pc:chgData name="Safder, Ahmad" userId="c27f30d0-2d13-470b-bb49-43ace0670b2e" providerId="ADAL" clId="{3F0B0AF9-B7D5-4404-916F-87CA1983E398}" dt="2023-11-25T23:47:24.789" v="0" actId="47"/>
        <pc:sldMkLst>
          <pc:docMk/>
          <pc:sldMk cId="1750547775" sldId="1416"/>
        </pc:sldMkLst>
      </pc:sldChg>
      <pc:sldChg chg="del">
        <pc:chgData name="Safder, Ahmad" userId="c27f30d0-2d13-470b-bb49-43ace0670b2e" providerId="ADAL" clId="{3F0B0AF9-B7D5-4404-916F-87CA1983E398}" dt="2023-11-25T23:47:27.383" v="9" actId="47"/>
        <pc:sldMkLst>
          <pc:docMk/>
          <pc:sldMk cId="1914825974" sldId="1429"/>
        </pc:sldMkLst>
      </pc:sldChg>
      <pc:sldChg chg="del">
        <pc:chgData name="Safder, Ahmad" userId="c27f30d0-2d13-470b-bb49-43ace0670b2e" providerId="ADAL" clId="{3F0B0AF9-B7D5-4404-916F-87CA1983E398}" dt="2023-11-25T23:47:26.468" v="8" actId="47"/>
        <pc:sldMkLst>
          <pc:docMk/>
          <pc:sldMk cId="232147622" sldId="1452"/>
        </pc:sldMkLst>
      </pc:sldChg>
      <pc:sldChg chg="del">
        <pc:chgData name="Safder, Ahmad" userId="c27f30d0-2d13-470b-bb49-43ace0670b2e" providerId="ADAL" clId="{3F0B0AF9-B7D5-4404-916F-87CA1983E398}" dt="2023-11-25T23:47:37.932" v="17" actId="47"/>
        <pc:sldMkLst>
          <pc:docMk/>
          <pc:sldMk cId="3147394423" sldId="1547"/>
        </pc:sldMkLst>
      </pc:sldChg>
      <pc:sldChg chg="del">
        <pc:chgData name="Safder, Ahmad" userId="c27f30d0-2d13-470b-bb49-43ace0670b2e" providerId="ADAL" clId="{3F0B0AF9-B7D5-4404-916F-87CA1983E398}" dt="2023-11-25T23:47:36.369" v="15" actId="47"/>
        <pc:sldMkLst>
          <pc:docMk/>
          <pc:sldMk cId="1793457047" sldId="1548"/>
        </pc:sldMkLst>
      </pc:sldChg>
      <pc:sldChg chg="del">
        <pc:chgData name="Safder, Ahmad" userId="c27f30d0-2d13-470b-bb49-43ace0670b2e" providerId="ADAL" clId="{3F0B0AF9-B7D5-4404-916F-87CA1983E398}" dt="2023-11-25T23:47:38.869" v="18" actId="47"/>
        <pc:sldMkLst>
          <pc:docMk/>
          <pc:sldMk cId="3827996873" sldId="1562"/>
        </pc:sldMkLst>
      </pc:sldChg>
      <pc:sldChg chg="del">
        <pc:chgData name="Safder, Ahmad" userId="c27f30d0-2d13-470b-bb49-43ace0670b2e" providerId="ADAL" clId="{3F0B0AF9-B7D5-4404-916F-87CA1983E398}" dt="2023-11-25T23:47:39.548" v="19" actId="47"/>
        <pc:sldMkLst>
          <pc:docMk/>
          <pc:sldMk cId="2088571355" sldId="1563"/>
        </pc:sldMkLst>
      </pc:sldChg>
      <pc:sldChg chg="del">
        <pc:chgData name="Safder, Ahmad" userId="c27f30d0-2d13-470b-bb49-43ace0670b2e" providerId="ADAL" clId="{3F0B0AF9-B7D5-4404-916F-87CA1983E398}" dt="2023-11-25T23:47:42.114" v="20" actId="47"/>
        <pc:sldMkLst>
          <pc:docMk/>
          <pc:sldMk cId="1181456357" sldId="1564"/>
        </pc:sldMkLst>
      </pc:sldChg>
      <pc:sldChg chg="del">
        <pc:chgData name="Safder, Ahmad" userId="c27f30d0-2d13-470b-bb49-43ace0670b2e" providerId="ADAL" clId="{3F0B0AF9-B7D5-4404-916F-87CA1983E398}" dt="2023-11-25T23:47:43.262" v="21" actId="47"/>
        <pc:sldMkLst>
          <pc:docMk/>
          <pc:sldMk cId="3655332785" sldId="1565"/>
        </pc:sldMkLst>
      </pc:sldChg>
      <pc:sldChg chg="modSp del mod">
        <pc:chgData name="Safder, Ahmad" userId="c27f30d0-2d13-470b-bb49-43ace0670b2e" providerId="ADAL" clId="{3F0B0AF9-B7D5-4404-916F-87CA1983E398}" dt="2023-11-25T23:47:44.048" v="22" actId="47"/>
        <pc:sldMkLst>
          <pc:docMk/>
          <pc:sldMk cId="2611377191" sldId="1566"/>
        </pc:sldMkLst>
      </pc:sldChg>
      <pc:sldChg chg="modSp new mod">
        <pc:chgData name="Safder, Ahmad" userId="c27f30d0-2d13-470b-bb49-43ace0670b2e" providerId="ADAL" clId="{3F0B0AF9-B7D5-4404-916F-87CA1983E398}" dt="2023-11-25T23:48:08.529" v="48" actId="20577"/>
        <pc:sldMkLst>
          <pc:docMk/>
          <pc:sldMk cId="518497748" sldId="1568"/>
        </pc:sldMkLst>
      </pc:sldChg>
      <pc:sldChg chg="modSp del mod">
        <pc:chgData name="Safder, Ahmad" userId="c27f30d0-2d13-470b-bb49-43ace0670b2e" providerId="ADAL" clId="{3F0B0AF9-B7D5-4404-916F-87CA1983E398}" dt="2023-11-25T23:47:28.261" v="10" actId="47"/>
        <pc:sldMkLst>
          <pc:docMk/>
          <pc:sldMk cId="4267166677" sldId="1568"/>
        </pc:sldMkLst>
      </pc:sldChg>
      <pc:sldChg chg="modSp new mod">
        <pc:chgData name="Safder, Ahmad" userId="c27f30d0-2d13-470b-bb49-43ace0670b2e" providerId="ADAL" clId="{3F0B0AF9-B7D5-4404-916F-87CA1983E398}" dt="2023-11-25T23:51:01.463" v="332" actId="1076"/>
        <pc:sldMkLst>
          <pc:docMk/>
          <pc:sldMk cId="49962924" sldId="1569"/>
        </pc:sldMkLst>
      </pc:sldChg>
      <pc:sldChg chg="delSp new del mod">
        <pc:chgData name="Safder, Ahmad" userId="c27f30d0-2d13-470b-bb49-43ace0670b2e" providerId="ADAL" clId="{3F0B0AF9-B7D5-4404-916F-87CA1983E398}" dt="2023-11-25T23:48:48.153" v="53" actId="47"/>
        <pc:sldMkLst>
          <pc:docMk/>
          <pc:sldMk cId="1439968624" sldId="1569"/>
        </pc:sldMkLst>
      </pc:sldChg>
      <pc:sldChg chg="del">
        <pc:chgData name="Safder, Ahmad" userId="c27f30d0-2d13-470b-bb49-43ace0670b2e" providerId="ADAL" clId="{3F0B0AF9-B7D5-4404-916F-87CA1983E398}" dt="2023-11-25T23:47:31.805" v="12" actId="47"/>
        <pc:sldMkLst>
          <pc:docMk/>
          <pc:sldMk cId="1781600920" sldId="1569"/>
        </pc:sldMkLst>
      </pc:sldChg>
      <pc:sldChg chg="modSp del mod">
        <pc:chgData name="Safder, Ahmad" userId="c27f30d0-2d13-470b-bb49-43ace0670b2e" providerId="ADAL" clId="{3F0B0AF9-B7D5-4404-916F-87CA1983E398}" dt="2023-11-25T23:47:47.116" v="24" actId="47"/>
        <pc:sldMkLst>
          <pc:docMk/>
          <pc:sldMk cId="2902324318" sldId="1570"/>
        </pc:sldMkLst>
      </pc:sldChg>
      <pc:sldChg chg="new del">
        <pc:chgData name="Safder, Ahmad" userId="c27f30d0-2d13-470b-bb49-43ace0670b2e" providerId="ADAL" clId="{3F0B0AF9-B7D5-4404-916F-87CA1983E398}" dt="2023-11-26T00:19:06.246" v="335" actId="47"/>
        <pc:sldMkLst>
          <pc:docMk/>
          <pc:sldMk cId="3286949682" sldId="1570"/>
        </pc:sldMkLst>
      </pc:sldChg>
      <pc:sldChg chg="modSp new mod">
        <pc:chgData name="Safder, Ahmad" userId="c27f30d0-2d13-470b-bb49-43ace0670b2e" providerId="ADAL" clId="{3F0B0AF9-B7D5-4404-916F-87CA1983E398}" dt="2023-11-26T00:35:15.383" v="916" actId="20577"/>
        <pc:sldMkLst>
          <pc:docMk/>
          <pc:sldMk cId="4235083382" sldId="1570"/>
        </pc:sldMkLst>
      </pc:sldChg>
      <pc:sldChg chg="del">
        <pc:chgData name="Safder, Ahmad" userId="c27f30d0-2d13-470b-bb49-43ace0670b2e" providerId="ADAL" clId="{3F0B0AF9-B7D5-4404-916F-87CA1983E398}" dt="2023-11-25T23:47:52.816" v="25" actId="47"/>
        <pc:sldMkLst>
          <pc:docMk/>
          <pc:sldMk cId="483654929" sldId="1571"/>
        </pc:sldMkLst>
      </pc:sldChg>
      <pc:sldChg chg="addSp delSp modSp new mod modAnim">
        <pc:chgData name="Safder, Ahmad" userId="c27f30d0-2d13-470b-bb49-43ace0670b2e" providerId="ADAL" clId="{3F0B0AF9-B7D5-4404-916F-87CA1983E398}" dt="2023-11-26T00:35:48.833" v="927" actId="1076"/>
        <pc:sldMkLst>
          <pc:docMk/>
          <pc:sldMk cId="2924430757" sldId="1571"/>
        </pc:sldMkLst>
      </pc:sldChg>
      <pc:sldChg chg="modSp new mod">
        <pc:chgData name="Safder, Ahmad" userId="c27f30d0-2d13-470b-bb49-43ace0670b2e" providerId="ADAL" clId="{3F0B0AF9-B7D5-4404-916F-87CA1983E398}" dt="2023-11-26T00:36:42.783" v="942"/>
        <pc:sldMkLst>
          <pc:docMk/>
          <pc:sldMk cId="866308594" sldId="1572"/>
        </pc:sldMkLst>
      </pc:sldChg>
      <pc:sldMasterChg chg="modSldLayout">
        <pc:chgData name="Safder, Ahmad" userId="c27f30d0-2d13-470b-bb49-43ace0670b2e" providerId="ADAL" clId="{3F0B0AF9-B7D5-4404-916F-87CA1983E398}" dt="2023-11-25T23:48:41.739" v="52" actId="478"/>
        <pc:sldMasterMkLst>
          <pc:docMk/>
          <pc:sldMasterMk cId="3392148579" sldId="2147483690"/>
        </pc:sldMasterMkLst>
        <pc:sldLayoutChg chg="delSp mod">
          <pc:chgData name="Safder, Ahmad" userId="c27f30d0-2d13-470b-bb49-43ace0670b2e" providerId="ADAL" clId="{3F0B0AF9-B7D5-4404-916F-87CA1983E398}" dt="2023-11-25T23:48:41.739" v="52" actId="478"/>
          <pc:sldLayoutMkLst>
            <pc:docMk/>
            <pc:sldMasterMk cId="3392148579" sldId="2147483690"/>
            <pc:sldLayoutMk cId="1816699551" sldId="2147483691"/>
          </pc:sldLayoutMkLst>
        </pc:sldLayoutChg>
      </pc:sldMasterChg>
    </pc:docChg>
  </pc:docChgLst>
  <pc:docChgLst>
    <pc:chgData name="Safder, Ahmad Hussain" userId="c27f30d0-2d13-470b-bb49-43ace0670b2e" providerId="ADAL" clId="{FCC633B2-5DD0-447C-B2F9-DB3337ADCC2F}"/>
    <pc:docChg chg="undo custSel addSld delSld modSld">
      <pc:chgData name="Safder, Ahmad Hussain" userId="c27f30d0-2d13-470b-bb49-43ace0670b2e" providerId="ADAL" clId="{FCC633B2-5DD0-447C-B2F9-DB3337ADCC2F}" dt="2025-09-11T17:49:35.353" v="347" actId="1076"/>
      <pc:docMkLst>
        <pc:docMk/>
      </pc:docMkLst>
      <pc:sldChg chg="addSp delSp modSp add mod">
        <pc:chgData name="Safder, Ahmad Hussain" userId="c27f30d0-2d13-470b-bb49-43ace0670b2e" providerId="ADAL" clId="{FCC633B2-5DD0-447C-B2F9-DB3337ADCC2F}" dt="2025-09-11T17:39:31.439" v="110" actId="1076"/>
        <pc:sldMkLst>
          <pc:docMk/>
          <pc:sldMk cId="1996110541" sldId="311"/>
        </pc:sldMkLst>
      </pc:sldChg>
      <pc:sldChg chg="addSp delSp modSp add mod">
        <pc:chgData name="Safder, Ahmad Hussain" userId="c27f30d0-2d13-470b-bb49-43ace0670b2e" providerId="ADAL" clId="{FCC633B2-5DD0-447C-B2F9-DB3337ADCC2F}" dt="2025-09-11T17:39:51.236" v="152" actId="1035"/>
        <pc:sldMkLst>
          <pc:docMk/>
          <pc:sldMk cId="636050534" sldId="322"/>
        </pc:sldMkLst>
      </pc:sldChg>
      <pc:sldChg chg="modSp mod">
        <pc:chgData name="Safder, Ahmad Hussain" userId="c27f30d0-2d13-470b-bb49-43ace0670b2e" providerId="ADAL" clId="{FCC633B2-5DD0-447C-B2F9-DB3337ADCC2F}" dt="2025-09-11T17:36:25.191" v="59" actId="313"/>
        <pc:sldMkLst>
          <pc:docMk/>
          <pc:sldMk cId="518497748" sldId="1568"/>
        </pc:sldMkLst>
      </pc:sldChg>
      <pc:sldChg chg="del">
        <pc:chgData name="Safder, Ahmad Hussain" userId="c27f30d0-2d13-470b-bb49-43ace0670b2e" providerId="ADAL" clId="{FCC633B2-5DD0-447C-B2F9-DB3337ADCC2F}" dt="2025-09-11T17:36:00.779" v="1" actId="47"/>
        <pc:sldMkLst>
          <pc:docMk/>
          <pc:sldMk cId="3512129210" sldId="1633"/>
        </pc:sldMkLst>
      </pc:sldChg>
      <pc:sldChg chg="addSp delSp modSp add del mod">
        <pc:chgData name="Safder, Ahmad Hussain" userId="c27f30d0-2d13-470b-bb49-43ace0670b2e" providerId="ADAL" clId="{FCC633B2-5DD0-447C-B2F9-DB3337ADCC2F}" dt="2025-09-11T17:39:56.291" v="153" actId="47"/>
        <pc:sldMkLst>
          <pc:docMk/>
          <pc:sldMk cId="2875900605" sldId="1635"/>
        </pc:sldMkLst>
      </pc:sldChg>
      <pc:sldChg chg="modSp new mod">
        <pc:chgData name="Safder, Ahmad Hussain" userId="c27f30d0-2d13-470b-bb49-43ace0670b2e" providerId="ADAL" clId="{FCC633B2-5DD0-447C-B2F9-DB3337ADCC2F}" dt="2025-09-11T17:36:45.077" v="96" actId="20577"/>
        <pc:sldMkLst>
          <pc:docMk/>
          <pc:sldMk cId="759405729" sldId="1636"/>
        </pc:sldMkLst>
      </pc:sldChg>
      <pc:sldChg chg="new del">
        <pc:chgData name="Safder, Ahmad Hussain" userId="c27f30d0-2d13-470b-bb49-43ace0670b2e" providerId="ADAL" clId="{FCC633B2-5DD0-447C-B2F9-DB3337ADCC2F}" dt="2025-09-11T17:36:33.137" v="61" actId="47"/>
        <pc:sldMkLst>
          <pc:docMk/>
          <pc:sldMk cId="1737653917" sldId="1636"/>
        </pc:sldMkLst>
      </pc:sldChg>
      <pc:sldChg chg="del">
        <pc:chgData name="Safder, Ahmad Hussain" userId="c27f30d0-2d13-470b-bb49-43ace0670b2e" providerId="ADAL" clId="{FCC633B2-5DD0-447C-B2F9-DB3337ADCC2F}" dt="2025-09-11T17:35:59.881" v="0" actId="47"/>
        <pc:sldMkLst>
          <pc:docMk/>
          <pc:sldMk cId="4259136515" sldId="1636"/>
        </pc:sldMkLst>
      </pc:sldChg>
      <pc:sldChg chg="addSp delSp modSp new mod">
        <pc:chgData name="Safder, Ahmad Hussain" userId="c27f30d0-2d13-470b-bb49-43ace0670b2e" providerId="ADAL" clId="{FCC633B2-5DD0-447C-B2F9-DB3337ADCC2F}" dt="2025-09-11T17:42:57.784" v="298" actId="478"/>
        <pc:sldMkLst>
          <pc:docMk/>
          <pc:sldMk cId="242153602" sldId="1637"/>
        </pc:sldMkLst>
      </pc:sldChg>
      <pc:sldChg chg="new del">
        <pc:chgData name="Safder, Ahmad Hussain" userId="c27f30d0-2d13-470b-bb49-43ace0670b2e" providerId="ADAL" clId="{FCC633B2-5DD0-447C-B2F9-DB3337ADCC2F}" dt="2025-09-11T17:43:33.486" v="302" actId="47"/>
        <pc:sldMkLst>
          <pc:docMk/>
          <pc:sldMk cId="2592255489" sldId="1638"/>
        </pc:sldMkLst>
      </pc:sldChg>
      <pc:sldChg chg="addSp modSp add mod">
        <pc:chgData name="Safder, Ahmad Hussain" userId="c27f30d0-2d13-470b-bb49-43ace0670b2e" providerId="ADAL" clId="{FCC633B2-5DD0-447C-B2F9-DB3337ADCC2F}" dt="2025-09-11T17:46:16.573" v="320" actId="1076"/>
        <pc:sldMkLst>
          <pc:docMk/>
          <pc:sldMk cId="3721286566" sldId="1639"/>
        </pc:sldMkLst>
      </pc:sldChg>
      <pc:sldChg chg="modSp add mod">
        <pc:chgData name="Safder, Ahmad Hussain" userId="c27f30d0-2d13-470b-bb49-43ace0670b2e" providerId="ADAL" clId="{FCC633B2-5DD0-447C-B2F9-DB3337ADCC2F}" dt="2025-09-11T17:46:38.267" v="335" actId="20577"/>
        <pc:sldMkLst>
          <pc:docMk/>
          <pc:sldMk cId="814462213" sldId="1640"/>
        </pc:sldMkLst>
      </pc:sldChg>
      <pc:sldChg chg="addSp modSp add mod">
        <pc:chgData name="Safder, Ahmad Hussain" userId="c27f30d0-2d13-470b-bb49-43ace0670b2e" providerId="ADAL" clId="{FCC633B2-5DD0-447C-B2F9-DB3337ADCC2F}" dt="2025-09-11T17:49:35.353" v="347" actId="1076"/>
        <pc:sldMkLst>
          <pc:docMk/>
          <pc:sldMk cId="385296359" sldId="1641"/>
        </pc:sldMkLst>
      </pc:sldChg>
    </pc:docChg>
  </pc:docChgLst>
  <pc:docChgLst>
    <pc:chgData name="Safder, Ahmad" userId="c27f30d0-2d13-470b-bb49-43ace0670b2e" providerId="ADAL" clId="{BA458F74-0FF1-48B9-B2CD-E64BBED5087F}"/>
    <pc:docChg chg="undo custSel addSld delSld modSld">
      <pc:chgData name="Safder, Ahmad" userId="c27f30d0-2d13-470b-bb49-43ace0670b2e" providerId="ADAL" clId="{BA458F74-0FF1-48B9-B2CD-E64BBED5087F}" dt="2024-01-18T06:39:27.068" v="1603" actId="20577"/>
      <pc:docMkLst>
        <pc:docMk/>
      </pc:docMkLst>
      <pc:sldChg chg="del">
        <pc:chgData name="Safder, Ahmad" userId="c27f30d0-2d13-470b-bb49-43ace0670b2e" providerId="ADAL" clId="{BA458F74-0FF1-48B9-B2CD-E64BBED5087F}" dt="2024-01-18T04:30:48.710" v="64" actId="47"/>
        <pc:sldMkLst>
          <pc:docMk/>
          <pc:sldMk cId="1776711433" sldId="1574"/>
        </pc:sldMkLst>
      </pc:sldChg>
      <pc:sldChg chg="del">
        <pc:chgData name="Safder, Ahmad" userId="c27f30d0-2d13-470b-bb49-43ace0670b2e" providerId="ADAL" clId="{BA458F74-0FF1-48B9-B2CD-E64BBED5087F}" dt="2024-01-18T04:30:54.212" v="65" actId="47"/>
        <pc:sldMkLst>
          <pc:docMk/>
          <pc:sldMk cId="82124101" sldId="1600"/>
        </pc:sldMkLst>
      </pc:sldChg>
      <pc:sldChg chg="del">
        <pc:chgData name="Safder, Ahmad" userId="c27f30d0-2d13-470b-bb49-43ace0670b2e" providerId="ADAL" clId="{BA458F74-0FF1-48B9-B2CD-E64BBED5087F}" dt="2024-01-18T06:24:26.678" v="1341" actId="47"/>
        <pc:sldMkLst>
          <pc:docMk/>
          <pc:sldMk cId="1357856985" sldId="1601"/>
        </pc:sldMkLst>
      </pc:sldChg>
      <pc:sldChg chg="del">
        <pc:chgData name="Safder, Ahmad" userId="c27f30d0-2d13-470b-bb49-43ace0670b2e" providerId="ADAL" clId="{BA458F74-0FF1-48B9-B2CD-E64BBED5087F}" dt="2024-01-18T06:24:25.920" v="1340" actId="47"/>
        <pc:sldMkLst>
          <pc:docMk/>
          <pc:sldMk cId="3004222573" sldId="1602"/>
        </pc:sldMkLst>
      </pc:sldChg>
      <pc:sldChg chg="del">
        <pc:chgData name="Safder, Ahmad" userId="c27f30d0-2d13-470b-bb49-43ace0670b2e" providerId="ADAL" clId="{BA458F74-0FF1-48B9-B2CD-E64BBED5087F}" dt="2024-01-18T06:24:22.988" v="1338" actId="47"/>
        <pc:sldMkLst>
          <pc:docMk/>
          <pc:sldMk cId="1409342041" sldId="1603"/>
        </pc:sldMkLst>
      </pc:sldChg>
      <pc:sldChg chg="modSp mod">
        <pc:chgData name="Safder, Ahmad" userId="c27f30d0-2d13-470b-bb49-43ace0670b2e" providerId="ADAL" clId="{BA458F74-0FF1-48B9-B2CD-E64BBED5087F}" dt="2024-01-18T04:30:14.002" v="63" actId="20577"/>
        <pc:sldMkLst>
          <pc:docMk/>
          <pc:sldMk cId="491974286" sldId="1604"/>
        </pc:sldMkLst>
      </pc:sldChg>
      <pc:sldChg chg="del">
        <pc:chgData name="Safder, Ahmad" userId="c27f30d0-2d13-470b-bb49-43ace0670b2e" providerId="ADAL" clId="{BA458F74-0FF1-48B9-B2CD-E64BBED5087F}" dt="2024-01-18T04:30:55.202" v="66" actId="47"/>
        <pc:sldMkLst>
          <pc:docMk/>
          <pc:sldMk cId="3873799500" sldId="1605"/>
        </pc:sldMkLst>
      </pc:sldChg>
      <pc:sldChg chg="del">
        <pc:chgData name="Safder, Ahmad" userId="c27f30d0-2d13-470b-bb49-43ace0670b2e" providerId="ADAL" clId="{BA458F74-0FF1-48B9-B2CD-E64BBED5087F}" dt="2024-01-18T04:30:56.501" v="67" actId="47"/>
        <pc:sldMkLst>
          <pc:docMk/>
          <pc:sldMk cId="3405167847" sldId="1606"/>
        </pc:sldMkLst>
      </pc:sldChg>
      <pc:sldChg chg="del">
        <pc:chgData name="Safder, Ahmad" userId="c27f30d0-2d13-470b-bb49-43ace0670b2e" providerId="ADAL" clId="{BA458F74-0FF1-48B9-B2CD-E64BBED5087F}" dt="2024-01-18T04:30:57.621" v="68" actId="47"/>
        <pc:sldMkLst>
          <pc:docMk/>
          <pc:sldMk cId="1480047436" sldId="1608"/>
        </pc:sldMkLst>
      </pc:sldChg>
      <pc:sldChg chg="del">
        <pc:chgData name="Safder, Ahmad" userId="c27f30d0-2d13-470b-bb49-43ace0670b2e" providerId="ADAL" clId="{BA458F74-0FF1-48B9-B2CD-E64BBED5087F}" dt="2024-01-18T06:24:24.456" v="1339" actId="47"/>
        <pc:sldMkLst>
          <pc:docMk/>
          <pc:sldMk cId="2379141805" sldId="1609"/>
        </pc:sldMkLst>
      </pc:sldChg>
      <pc:sldChg chg="addSp delSp modSp new mod">
        <pc:chgData name="Safder, Ahmad" userId="c27f30d0-2d13-470b-bb49-43ace0670b2e" providerId="ADAL" clId="{BA458F74-0FF1-48B9-B2CD-E64BBED5087F}" dt="2024-01-18T04:50:03.677" v="510"/>
        <pc:sldMkLst>
          <pc:docMk/>
          <pc:sldMk cId="2741570640" sldId="1611"/>
        </pc:sldMkLst>
      </pc:sldChg>
      <pc:sldChg chg="addSp modSp new mod">
        <pc:chgData name="Safder, Ahmad" userId="c27f30d0-2d13-470b-bb49-43ace0670b2e" providerId="ADAL" clId="{BA458F74-0FF1-48B9-B2CD-E64BBED5087F}" dt="2024-01-18T06:22:00.465" v="1324" actId="27636"/>
        <pc:sldMkLst>
          <pc:docMk/>
          <pc:sldMk cId="1820130098" sldId="1612"/>
        </pc:sldMkLst>
      </pc:sldChg>
      <pc:sldChg chg="addSp delSp modSp new mod modAnim">
        <pc:chgData name="Safder, Ahmad" userId="c27f30d0-2d13-470b-bb49-43ace0670b2e" providerId="ADAL" clId="{BA458F74-0FF1-48B9-B2CD-E64BBED5087F}" dt="2024-01-18T06:13:19.289" v="1111" actId="20577"/>
        <pc:sldMkLst>
          <pc:docMk/>
          <pc:sldMk cId="1009738956" sldId="1613"/>
        </pc:sldMkLst>
      </pc:sldChg>
      <pc:sldChg chg="addSp delSp modSp new mod">
        <pc:chgData name="Safder, Ahmad" userId="c27f30d0-2d13-470b-bb49-43ace0670b2e" providerId="ADAL" clId="{BA458F74-0FF1-48B9-B2CD-E64BBED5087F}" dt="2024-01-18T06:10:53.033" v="1086" actId="20577"/>
        <pc:sldMkLst>
          <pc:docMk/>
          <pc:sldMk cId="2315213366" sldId="1614"/>
        </pc:sldMkLst>
      </pc:sldChg>
      <pc:sldChg chg="addSp delSp modSp new mod modAnim">
        <pc:chgData name="Safder, Ahmad" userId="c27f30d0-2d13-470b-bb49-43ace0670b2e" providerId="ADAL" clId="{BA458F74-0FF1-48B9-B2CD-E64BBED5087F}" dt="2024-01-18T06:39:27.068" v="1603" actId="20577"/>
        <pc:sldMkLst>
          <pc:docMk/>
          <pc:sldMk cId="1760379297" sldId="1615"/>
        </pc:sldMkLst>
      </pc:sldChg>
    </pc:docChg>
  </pc:docChgLst>
  <pc:docChgLst>
    <pc:chgData name="Safder, Ahmad" userId="c27f30d0-2d13-470b-bb49-43ace0670b2e" providerId="ADAL" clId="{FC5C17DB-1F36-4C6C-8EDA-AE77DFA530CC}"/>
    <pc:docChg chg="custSel addSld delSld modSld">
      <pc:chgData name="Safder, Ahmad" userId="c27f30d0-2d13-470b-bb49-43ace0670b2e" providerId="ADAL" clId="{FC5C17DB-1F36-4C6C-8EDA-AE77DFA530CC}" dt="2024-01-25T20:07:35.344" v="254" actId="1076"/>
      <pc:docMkLst>
        <pc:docMk/>
      </pc:docMkLst>
      <pc:sldChg chg="addSp delSp modSp mod">
        <pc:chgData name="Safder, Ahmad" userId="c27f30d0-2d13-470b-bb49-43ace0670b2e" providerId="ADAL" clId="{FC5C17DB-1F36-4C6C-8EDA-AE77DFA530CC}" dt="2024-01-25T20:07:35.344" v="254" actId="1076"/>
        <pc:sldMkLst>
          <pc:docMk/>
          <pc:sldMk cId="1820130098" sldId="1612"/>
        </pc:sldMkLst>
      </pc:sldChg>
      <pc:sldChg chg="addSp delSp modSp new mod">
        <pc:chgData name="Safder, Ahmad" userId="c27f30d0-2d13-470b-bb49-43ace0670b2e" providerId="ADAL" clId="{FC5C17DB-1F36-4C6C-8EDA-AE77DFA530CC}" dt="2024-01-23T17:08:31.530" v="4" actId="1076"/>
        <pc:sldMkLst>
          <pc:docMk/>
          <pc:sldMk cId="1931276989" sldId="1622"/>
        </pc:sldMkLst>
      </pc:sldChg>
      <pc:sldChg chg="addSp delSp modSp new mod">
        <pc:chgData name="Safder, Ahmad" userId="c27f30d0-2d13-470b-bb49-43ace0670b2e" providerId="ADAL" clId="{FC5C17DB-1F36-4C6C-8EDA-AE77DFA530CC}" dt="2024-01-25T20:04:22.291" v="227" actId="167"/>
        <pc:sldMkLst>
          <pc:docMk/>
          <pc:sldMk cId="414251573" sldId="1623"/>
        </pc:sldMkLst>
      </pc:sldChg>
      <pc:sldChg chg="new del">
        <pc:chgData name="Safder, Ahmad" userId="c27f30d0-2d13-470b-bb49-43ace0670b2e" providerId="ADAL" clId="{FC5C17DB-1F36-4C6C-8EDA-AE77DFA530CC}" dt="2024-01-25T05:37:26.791" v="19" actId="47"/>
        <pc:sldMkLst>
          <pc:docMk/>
          <pc:sldMk cId="2210010465" sldId="1623"/>
        </pc:sldMkLst>
      </pc:sldChg>
      <pc:sldChg chg="addSp delSp modSp new mod">
        <pc:chgData name="Safder, Ahmad" userId="c27f30d0-2d13-470b-bb49-43ace0670b2e" providerId="ADAL" clId="{FC5C17DB-1F36-4C6C-8EDA-AE77DFA530CC}" dt="2024-01-25T20:05:09.443" v="234" actId="167"/>
        <pc:sldMkLst>
          <pc:docMk/>
          <pc:sldMk cId="2918303787" sldId="1624"/>
        </pc:sldMkLst>
      </pc:sldChg>
    </pc:docChg>
  </pc:docChgLst>
  <pc:docChgLst>
    <pc:chgData name="Safder, Ahmad" userId="c27f30d0-2d13-470b-bb49-43ace0670b2e" providerId="ADAL" clId="{3133D3CF-8AE6-4EA0-9EED-E2EB2C53249B}"/>
    <pc:docChg chg="undo custSel addSld delSld modSld sldOrd">
      <pc:chgData name="Safder, Ahmad" userId="c27f30d0-2d13-470b-bb49-43ace0670b2e" providerId="ADAL" clId="{3133D3CF-8AE6-4EA0-9EED-E2EB2C53249B}" dt="2023-11-15T19:11:19.819" v="621" actId="122"/>
      <pc:docMkLst>
        <pc:docMk/>
      </pc:docMkLst>
      <pc:sldChg chg="addSp delSp modSp add mod modAnim">
        <pc:chgData name="Safder, Ahmad" userId="c27f30d0-2d13-470b-bb49-43ace0670b2e" providerId="ADAL" clId="{3133D3CF-8AE6-4EA0-9EED-E2EB2C53249B}" dt="2023-11-15T19:08:23.749" v="602" actId="20577"/>
        <pc:sldMkLst>
          <pc:docMk/>
          <pc:sldMk cId="3123364226" sldId="291"/>
        </pc:sldMkLst>
      </pc:sldChg>
      <pc:sldChg chg="modSp add del mod">
        <pc:chgData name="Safder, Ahmad" userId="c27f30d0-2d13-470b-bb49-43ace0670b2e" providerId="ADAL" clId="{3133D3CF-8AE6-4EA0-9EED-E2EB2C53249B}" dt="2023-11-15T18:34:06.920" v="173" actId="47"/>
        <pc:sldMkLst>
          <pc:docMk/>
          <pc:sldMk cId="4200797583" sldId="294"/>
        </pc:sldMkLst>
      </pc:sldChg>
      <pc:sldChg chg="addSp delSp modSp add del mod">
        <pc:chgData name="Safder, Ahmad" userId="c27f30d0-2d13-470b-bb49-43ace0670b2e" providerId="ADAL" clId="{3133D3CF-8AE6-4EA0-9EED-E2EB2C53249B}" dt="2023-11-15T18:25:36.357" v="166" actId="47"/>
        <pc:sldMkLst>
          <pc:docMk/>
          <pc:sldMk cId="2976705250" sldId="295"/>
        </pc:sldMkLst>
      </pc:sldChg>
      <pc:sldChg chg="addSp delSp modSp add del mod ord">
        <pc:chgData name="Safder, Ahmad" userId="c27f30d0-2d13-470b-bb49-43ace0670b2e" providerId="ADAL" clId="{3133D3CF-8AE6-4EA0-9EED-E2EB2C53249B}" dt="2023-11-15T19:05:47.466" v="549" actId="47"/>
        <pc:sldMkLst>
          <pc:docMk/>
          <pc:sldMk cId="2329937662" sldId="296"/>
        </pc:sldMkLst>
      </pc:sldChg>
      <pc:sldChg chg="add del">
        <pc:chgData name="Safder, Ahmad" userId="c27f30d0-2d13-470b-bb49-43ace0670b2e" providerId="ADAL" clId="{3133D3CF-8AE6-4EA0-9EED-E2EB2C53249B}" dt="2023-11-15T18:01:34.766" v="1" actId="47"/>
        <pc:sldMkLst>
          <pc:docMk/>
          <pc:sldMk cId="1437632661" sldId="297"/>
        </pc:sldMkLst>
      </pc:sldChg>
      <pc:sldChg chg="add del">
        <pc:chgData name="Safder, Ahmad" userId="c27f30d0-2d13-470b-bb49-43ace0670b2e" providerId="ADAL" clId="{3133D3CF-8AE6-4EA0-9EED-E2EB2C53249B}" dt="2023-11-15T18:34:39.556" v="174" actId="47"/>
        <pc:sldMkLst>
          <pc:docMk/>
          <pc:sldMk cId="3638042538" sldId="299"/>
        </pc:sldMkLst>
      </pc:sldChg>
      <pc:sldChg chg="addSp delSp modSp add del mod">
        <pc:chgData name="Safder, Ahmad" userId="c27f30d0-2d13-470b-bb49-43ace0670b2e" providerId="ADAL" clId="{3133D3CF-8AE6-4EA0-9EED-E2EB2C53249B}" dt="2023-11-15T18:55:42.563" v="381" actId="47"/>
        <pc:sldMkLst>
          <pc:docMk/>
          <pc:sldMk cId="2876731101" sldId="300"/>
        </pc:sldMkLst>
      </pc:sldChg>
      <pc:sldChg chg="addSp delSp modSp add mod ord">
        <pc:chgData name="Safder, Ahmad" userId="c27f30d0-2d13-470b-bb49-43ace0670b2e" providerId="ADAL" clId="{3133D3CF-8AE6-4EA0-9EED-E2EB2C53249B}" dt="2023-11-15T19:09:49.850" v="607"/>
        <pc:sldMkLst>
          <pc:docMk/>
          <pc:sldMk cId="2040366302" sldId="301"/>
        </pc:sldMkLst>
      </pc:sldChg>
      <pc:sldChg chg="addSp delSp modSp add mod">
        <pc:chgData name="Safder, Ahmad" userId="c27f30d0-2d13-470b-bb49-43ace0670b2e" providerId="ADAL" clId="{3133D3CF-8AE6-4EA0-9EED-E2EB2C53249B}" dt="2023-11-15T19:09:35.207" v="605" actId="1076"/>
        <pc:sldMkLst>
          <pc:docMk/>
          <pc:sldMk cId="3523884546" sldId="302"/>
        </pc:sldMkLst>
      </pc:sldChg>
      <pc:sldChg chg="addSp delSp modSp add mod">
        <pc:chgData name="Safder, Ahmad" userId="c27f30d0-2d13-470b-bb49-43ace0670b2e" providerId="ADAL" clId="{3133D3CF-8AE6-4EA0-9EED-E2EB2C53249B}" dt="2023-11-15T18:55:22.631" v="380" actId="20577"/>
        <pc:sldMkLst>
          <pc:docMk/>
          <pc:sldMk cId="4167097377" sldId="303"/>
        </pc:sldMkLst>
      </pc:sldChg>
      <pc:sldChg chg="del">
        <pc:chgData name="Safder, Ahmad" userId="c27f30d0-2d13-470b-bb49-43ace0670b2e" providerId="ADAL" clId="{3133D3CF-8AE6-4EA0-9EED-E2EB2C53249B}" dt="2023-11-15T19:10:11.520" v="608" actId="47"/>
        <pc:sldMkLst>
          <pc:docMk/>
          <pc:sldMk cId="4125686088" sldId="910"/>
        </pc:sldMkLst>
      </pc:sldChg>
      <pc:sldChg chg="modSp mod">
        <pc:chgData name="Safder, Ahmad" userId="c27f30d0-2d13-470b-bb49-43ace0670b2e" providerId="ADAL" clId="{3133D3CF-8AE6-4EA0-9EED-E2EB2C53249B}" dt="2023-11-15T18:11:29.661" v="71" actId="113"/>
        <pc:sldMkLst>
          <pc:docMk/>
          <pc:sldMk cId="352397442" sldId="921"/>
        </pc:sldMkLst>
      </pc:sldChg>
      <pc:sldChg chg="new del">
        <pc:chgData name="Safder, Ahmad" userId="c27f30d0-2d13-470b-bb49-43ace0670b2e" providerId="ADAL" clId="{3133D3CF-8AE6-4EA0-9EED-E2EB2C53249B}" dt="2023-11-15T18:03:33.217" v="16" actId="47"/>
        <pc:sldMkLst>
          <pc:docMk/>
          <pc:sldMk cId="2283090010" sldId="1566"/>
        </pc:sldMkLst>
      </pc:sldChg>
      <pc:sldChg chg="add del">
        <pc:chgData name="Safder, Ahmad" userId="c27f30d0-2d13-470b-bb49-43ace0670b2e" providerId="ADAL" clId="{3133D3CF-8AE6-4EA0-9EED-E2EB2C53249B}" dt="2023-11-15T18:04:24.548" v="28" actId="47"/>
        <pc:sldMkLst>
          <pc:docMk/>
          <pc:sldMk cId="2388715175" sldId="1566"/>
        </pc:sldMkLst>
      </pc:sldChg>
      <pc:sldChg chg="modSp new del mod">
        <pc:chgData name="Safder, Ahmad" userId="c27f30d0-2d13-470b-bb49-43ace0670b2e" providerId="ADAL" clId="{3133D3CF-8AE6-4EA0-9EED-E2EB2C53249B}" dt="2023-11-15T18:05:13.823" v="39" actId="47"/>
        <pc:sldMkLst>
          <pc:docMk/>
          <pc:sldMk cId="2484934804" sldId="1566"/>
        </pc:sldMkLst>
      </pc:sldChg>
      <pc:sldChg chg="addSp delSp modSp add mod">
        <pc:chgData name="Safder, Ahmad" userId="c27f30d0-2d13-470b-bb49-43ace0670b2e" providerId="ADAL" clId="{3133D3CF-8AE6-4EA0-9EED-E2EB2C53249B}" dt="2023-11-15T19:05:41.874" v="548" actId="20577"/>
        <pc:sldMkLst>
          <pc:docMk/>
          <pc:sldMk cId="2611377191" sldId="1566"/>
        </pc:sldMkLst>
      </pc:sldChg>
      <pc:sldChg chg="new del">
        <pc:chgData name="Safder, Ahmad" userId="c27f30d0-2d13-470b-bb49-43ace0670b2e" providerId="ADAL" clId="{3133D3CF-8AE6-4EA0-9EED-E2EB2C53249B}" dt="2023-11-15T18:14:19.813" v="73" actId="47"/>
        <pc:sldMkLst>
          <pc:docMk/>
          <pc:sldMk cId="3262371124" sldId="1566"/>
        </pc:sldMkLst>
      </pc:sldChg>
      <pc:sldChg chg="delSp modSp new mod">
        <pc:chgData name="Safder, Ahmad" userId="c27f30d0-2d13-470b-bb49-43ace0670b2e" providerId="ADAL" clId="{3133D3CF-8AE6-4EA0-9EED-E2EB2C53249B}" dt="2023-11-15T19:11:19.819" v="621" actId="122"/>
        <pc:sldMkLst>
          <pc:docMk/>
          <pc:sldMk cId="2016347946" sldId="1567"/>
        </pc:sldMkLst>
      </pc:sldChg>
    </pc:docChg>
  </pc:docChgLst>
  <pc:docChgLst>
    <pc:chgData name="Safder, Ahmad" userId="c27f30d0-2d13-470b-bb49-43ace0670b2e" providerId="ADAL" clId="{6ECC06EA-2B46-4058-BAB7-0D895D926996}"/>
    <pc:docChg chg="undo custSel addSld delSld modSld">
      <pc:chgData name="Safder, Ahmad" userId="c27f30d0-2d13-470b-bb49-43ace0670b2e" providerId="ADAL" clId="{6ECC06EA-2B46-4058-BAB7-0D895D926996}" dt="2024-01-25T21:15:42.086" v="1949"/>
      <pc:docMkLst>
        <pc:docMk/>
      </pc:docMkLst>
      <pc:sldChg chg="modSp mod">
        <pc:chgData name="Safder, Ahmad" userId="c27f30d0-2d13-470b-bb49-43ace0670b2e" providerId="ADAL" clId="{6ECC06EA-2B46-4058-BAB7-0D895D926996}" dt="2024-01-23T16:32:09.397" v="1462" actId="20577"/>
        <pc:sldMkLst>
          <pc:docMk/>
          <pc:sldMk cId="491974286" sldId="1604"/>
        </pc:sldMkLst>
      </pc:sldChg>
      <pc:sldChg chg="addSp delSp modSp mod">
        <pc:chgData name="Safder, Ahmad" userId="c27f30d0-2d13-470b-bb49-43ace0670b2e" providerId="ADAL" clId="{6ECC06EA-2B46-4058-BAB7-0D895D926996}" dt="2024-01-25T21:15:42.086" v="1949"/>
        <pc:sldMkLst>
          <pc:docMk/>
          <pc:sldMk cId="2741570640" sldId="1611"/>
        </pc:sldMkLst>
      </pc:sldChg>
      <pc:sldChg chg="addSp delSp modSp mod">
        <pc:chgData name="Safder, Ahmad" userId="c27f30d0-2d13-470b-bb49-43ace0670b2e" providerId="ADAL" clId="{6ECC06EA-2B46-4058-BAB7-0D895D926996}" dt="2024-01-23T14:26:26.634" v="1188" actId="20577"/>
        <pc:sldMkLst>
          <pc:docMk/>
          <pc:sldMk cId="1820130098" sldId="1612"/>
        </pc:sldMkLst>
      </pc:sldChg>
      <pc:sldChg chg="modSp mod modAnim">
        <pc:chgData name="Safder, Ahmad" userId="c27f30d0-2d13-470b-bb49-43ace0670b2e" providerId="ADAL" clId="{6ECC06EA-2B46-4058-BAB7-0D895D926996}" dt="2024-01-23T10:47:34.160" v="1185" actId="16959"/>
        <pc:sldMkLst>
          <pc:docMk/>
          <pc:sldMk cId="1009738956" sldId="1613"/>
        </pc:sldMkLst>
      </pc:sldChg>
      <pc:sldChg chg="modSp mod">
        <pc:chgData name="Safder, Ahmad" userId="c27f30d0-2d13-470b-bb49-43ace0670b2e" providerId="ADAL" clId="{6ECC06EA-2B46-4058-BAB7-0D895D926996}" dt="2024-01-25T04:20:29.597" v="1477" actId="20577"/>
        <pc:sldMkLst>
          <pc:docMk/>
          <pc:sldMk cId="1760379297" sldId="1615"/>
        </pc:sldMkLst>
      </pc:sldChg>
      <pc:sldChg chg="addSp delSp modSp new mod">
        <pc:chgData name="Safder, Ahmad" userId="c27f30d0-2d13-470b-bb49-43ace0670b2e" providerId="ADAL" clId="{6ECC06EA-2B46-4058-BAB7-0D895D926996}" dt="2024-01-23T10:01:14.306" v="868" actId="20577"/>
        <pc:sldMkLst>
          <pc:docMk/>
          <pc:sldMk cId="4030142565" sldId="1616"/>
        </pc:sldMkLst>
      </pc:sldChg>
      <pc:sldChg chg="new del">
        <pc:chgData name="Safder, Ahmad" userId="c27f30d0-2d13-470b-bb49-43ace0670b2e" providerId="ADAL" clId="{6ECC06EA-2B46-4058-BAB7-0D895D926996}" dt="2024-01-23T05:30:38.911" v="636" actId="47"/>
        <pc:sldMkLst>
          <pc:docMk/>
          <pc:sldMk cId="450594837" sldId="1617"/>
        </pc:sldMkLst>
      </pc:sldChg>
      <pc:sldChg chg="modSp new mod">
        <pc:chgData name="Safder, Ahmad" userId="c27f30d0-2d13-470b-bb49-43ace0670b2e" providerId="ADAL" clId="{6ECC06EA-2B46-4058-BAB7-0D895D926996}" dt="2024-01-25T21:09:00.951" v="1938" actId="20577"/>
        <pc:sldMkLst>
          <pc:docMk/>
          <pc:sldMk cId="3110608826" sldId="1618"/>
        </pc:sldMkLst>
      </pc:sldChg>
      <pc:sldChg chg="modSp new mod">
        <pc:chgData name="Safder, Ahmad" userId="c27f30d0-2d13-470b-bb49-43ace0670b2e" providerId="ADAL" clId="{6ECC06EA-2B46-4058-BAB7-0D895D926996}" dt="2024-01-23T16:06:46.431" v="1431" actId="20577"/>
        <pc:sldMkLst>
          <pc:docMk/>
          <pc:sldMk cId="867330011" sldId="1619"/>
        </pc:sldMkLst>
      </pc:sldChg>
      <pc:sldChg chg="addSp delSp modSp add mod">
        <pc:chgData name="Safder, Ahmad" userId="c27f30d0-2d13-470b-bb49-43ace0670b2e" providerId="ADAL" clId="{6ECC06EA-2B46-4058-BAB7-0D895D926996}" dt="2024-01-23T10:20:27.318" v="1106" actId="1076"/>
        <pc:sldMkLst>
          <pc:docMk/>
          <pc:sldMk cId="3447874837" sldId="1620"/>
        </pc:sldMkLst>
      </pc:sldChg>
      <pc:sldChg chg="addSp modSp add mod">
        <pc:chgData name="Safder, Ahmad" userId="c27f30d0-2d13-470b-bb49-43ace0670b2e" providerId="ADAL" clId="{6ECC06EA-2B46-4058-BAB7-0D895D926996}" dt="2024-01-23T10:20:46.311" v="1108" actId="1076"/>
        <pc:sldMkLst>
          <pc:docMk/>
          <pc:sldMk cId="786663318" sldId="1621"/>
        </pc:sldMkLst>
      </pc:sldChg>
      <pc:sldChg chg="addSp modSp new mod">
        <pc:chgData name="Safder, Ahmad" userId="c27f30d0-2d13-470b-bb49-43ace0670b2e" providerId="ADAL" clId="{6ECC06EA-2B46-4058-BAB7-0D895D926996}" dt="2024-01-25T04:50:32.290" v="1777" actId="1076"/>
        <pc:sldMkLst>
          <pc:docMk/>
          <pc:sldMk cId="1708901935" sldId="1622"/>
        </pc:sldMkLst>
      </pc:sldChg>
      <pc:sldChg chg="del">
        <pc:chgData name="Safder, Ahmad" userId="c27f30d0-2d13-470b-bb49-43ace0670b2e" providerId="ADAL" clId="{6ECC06EA-2B46-4058-BAB7-0D895D926996}" dt="2024-01-23T17:14:56.978" v="1463" actId="47"/>
        <pc:sldMkLst>
          <pc:docMk/>
          <pc:sldMk cId="1931276989" sldId="1622"/>
        </pc:sldMkLst>
      </pc:sldChg>
      <pc:sldChg chg="modSp new del mod">
        <pc:chgData name="Safder, Ahmad" userId="c27f30d0-2d13-470b-bb49-43ace0670b2e" providerId="ADAL" clId="{6ECC06EA-2B46-4058-BAB7-0D895D926996}" dt="2024-01-23T16:04:12.349" v="1301" actId="47"/>
        <pc:sldMkLst>
          <pc:docMk/>
          <pc:sldMk cId="2273687987" sldId="1622"/>
        </pc:sldMkLst>
      </pc:sldChg>
      <pc:sldChg chg="modSp new del mod">
        <pc:chgData name="Safder, Ahmad" userId="c27f30d0-2d13-470b-bb49-43ace0670b2e" providerId="ADAL" clId="{6ECC06EA-2B46-4058-BAB7-0D895D926996}" dt="2024-01-25T04:52:32.103" v="1792" actId="47"/>
        <pc:sldMkLst>
          <pc:docMk/>
          <pc:sldMk cId="3086382511" sldId="1623"/>
        </pc:sldMkLst>
      </pc:sldChg>
    </pc:docChg>
  </pc:docChgLst>
  <pc:docChgLst>
    <pc:chgData name="Ahmed, Qadeer" userId="293da396-14e7-48c9-96ce-c355682a619f" providerId="ADAL" clId="{32E642C5-E55A-D147-A496-AAC806F92231}"/>
    <pc:docChg chg="custSel modSld">
      <pc:chgData name="Ahmed, Qadeer" userId="293da396-14e7-48c9-96ce-c355682a619f" providerId="ADAL" clId="{32E642C5-E55A-D147-A496-AAC806F92231}" dt="2023-11-16T20:44:31.057" v="108" actId="404"/>
      <pc:docMkLst>
        <pc:docMk/>
      </pc:docMkLst>
      <pc:sldChg chg="modSp mod">
        <pc:chgData name="Ahmed, Qadeer" userId="293da396-14e7-48c9-96ce-c355682a619f" providerId="ADAL" clId="{32E642C5-E55A-D147-A496-AAC806F92231}" dt="2023-11-16T20:42:33.222" v="5" actId="27636"/>
        <pc:sldMkLst>
          <pc:docMk/>
          <pc:sldMk cId="3123364226" sldId="291"/>
        </pc:sldMkLst>
      </pc:sldChg>
      <pc:sldChg chg="modSp mod">
        <pc:chgData name="Ahmed, Qadeer" userId="293da396-14e7-48c9-96ce-c355682a619f" providerId="ADAL" clId="{32E642C5-E55A-D147-A496-AAC806F92231}" dt="2023-11-16T20:42:33.085" v="1" actId="27636"/>
        <pc:sldMkLst>
          <pc:docMk/>
          <pc:sldMk cId="330696844" sldId="301"/>
        </pc:sldMkLst>
      </pc:sldChg>
      <pc:sldChg chg="modSp mod">
        <pc:chgData name="Ahmed, Qadeer" userId="293da396-14e7-48c9-96ce-c355682a619f" providerId="ADAL" clId="{32E642C5-E55A-D147-A496-AAC806F92231}" dt="2023-11-16T20:42:33.269" v="7" actId="27636"/>
        <pc:sldMkLst>
          <pc:docMk/>
          <pc:sldMk cId="4167097377" sldId="303"/>
        </pc:sldMkLst>
      </pc:sldChg>
      <pc:sldChg chg="modSp mod">
        <pc:chgData name="Ahmed, Qadeer" userId="293da396-14e7-48c9-96ce-c355682a619f" providerId="ADAL" clId="{32E642C5-E55A-D147-A496-AAC806F92231}" dt="2023-11-16T20:42:33.097" v="2" actId="27636"/>
        <pc:sldMkLst>
          <pc:docMk/>
          <pc:sldMk cId="1820178960" sldId="922"/>
        </pc:sldMkLst>
      </pc:sldChg>
      <pc:sldChg chg="modSp mod">
        <pc:chgData name="Ahmed, Qadeer" userId="293da396-14e7-48c9-96ce-c355682a619f" providerId="ADAL" clId="{32E642C5-E55A-D147-A496-AAC806F92231}" dt="2023-11-16T20:43:56.285" v="78" actId="20577"/>
        <pc:sldMkLst>
          <pc:docMk/>
          <pc:sldMk cId="1750547775" sldId="1416"/>
        </pc:sldMkLst>
      </pc:sldChg>
      <pc:sldChg chg="modSp mod">
        <pc:chgData name="Ahmed, Qadeer" userId="293da396-14e7-48c9-96ce-c355682a619f" providerId="ADAL" clId="{32E642C5-E55A-D147-A496-AAC806F92231}" dt="2023-11-16T20:42:33.140" v="3" actId="27636"/>
        <pc:sldMkLst>
          <pc:docMk/>
          <pc:sldMk cId="3655332785" sldId="1565"/>
        </pc:sldMkLst>
      </pc:sldChg>
      <pc:sldChg chg="modSp mod">
        <pc:chgData name="Ahmed, Qadeer" userId="293da396-14e7-48c9-96ce-c355682a619f" providerId="ADAL" clId="{32E642C5-E55A-D147-A496-AAC806F92231}" dt="2023-11-16T20:42:33.192" v="4" actId="27636"/>
        <pc:sldMkLst>
          <pc:docMk/>
          <pc:sldMk cId="2611377191" sldId="1566"/>
        </pc:sldMkLst>
      </pc:sldChg>
      <pc:sldChg chg="modSp mod">
        <pc:chgData name="Ahmed, Qadeer" userId="293da396-14e7-48c9-96ce-c355682a619f" providerId="ADAL" clId="{32E642C5-E55A-D147-A496-AAC806F92231}" dt="2023-11-16T20:44:31.057" v="108" actId="404"/>
        <pc:sldMkLst>
          <pc:docMk/>
          <pc:sldMk cId="2016347946" sldId="1567"/>
        </pc:sldMkLst>
      </pc:sldChg>
      <pc:sldChg chg="modSp mod">
        <pc:chgData name="Ahmed, Qadeer" userId="293da396-14e7-48c9-96ce-c355682a619f" providerId="ADAL" clId="{32E642C5-E55A-D147-A496-AAC806F92231}" dt="2023-11-16T20:42:33.037" v="0" actId="27636"/>
        <pc:sldMkLst>
          <pc:docMk/>
          <pc:sldMk cId="4267166677" sldId="1568"/>
        </pc:sldMkLst>
      </pc:sldChg>
      <pc:sldChg chg="modSp mod">
        <pc:chgData name="Ahmed, Qadeer" userId="293da396-14e7-48c9-96ce-c355682a619f" providerId="ADAL" clId="{32E642C5-E55A-D147-A496-AAC806F92231}" dt="2023-11-16T20:42:33.238" v="6" actId="27636"/>
        <pc:sldMkLst>
          <pc:docMk/>
          <pc:sldMk cId="2902324318" sldId="1570"/>
        </pc:sldMkLst>
      </pc:sldChg>
    </pc:docChg>
  </pc:docChgLst>
  <pc:docChgLst>
    <pc:chgData name="Safder, Ahmad" userId="c27f30d0-2d13-470b-bb49-43ace0670b2e" providerId="ADAL" clId="{DFC35D79-8C55-4AD7-A458-515F49194661}"/>
    <pc:docChg chg="custSel addSld delSld modSld">
      <pc:chgData name="Safder, Ahmad" userId="c27f30d0-2d13-470b-bb49-43ace0670b2e" providerId="ADAL" clId="{DFC35D79-8C55-4AD7-A458-515F49194661}" dt="2024-08-27T15:38:02.927" v="137" actId="20577"/>
      <pc:docMkLst>
        <pc:docMk/>
      </pc:docMkLst>
      <pc:sldChg chg="del">
        <pc:chgData name="Safder, Ahmad" userId="c27f30d0-2d13-470b-bb49-43ace0670b2e" providerId="ADAL" clId="{DFC35D79-8C55-4AD7-A458-515F49194661}" dt="2024-08-27T05:32:38.123" v="0" actId="47"/>
        <pc:sldMkLst>
          <pc:docMk/>
          <pc:sldMk cId="1452341103" sldId="1611"/>
        </pc:sldMkLst>
      </pc:sldChg>
      <pc:sldChg chg="del">
        <pc:chgData name="Safder, Ahmad" userId="c27f30d0-2d13-470b-bb49-43ace0670b2e" providerId="ADAL" clId="{DFC35D79-8C55-4AD7-A458-515F49194661}" dt="2024-08-27T05:32:39.123" v="1" actId="47"/>
        <pc:sldMkLst>
          <pc:docMk/>
          <pc:sldMk cId="1009738956" sldId="1613"/>
        </pc:sldMkLst>
      </pc:sldChg>
      <pc:sldChg chg="del">
        <pc:chgData name="Safder, Ahmad" userId="c27f30d0-2d13-470b-bb49-43ace0670b2e" providerId="ADAL" clId="{DFC35D79-8C55-4AD7-A458-515F49194661}" dt="2024-08-27T05:32:39.853" v="2" actId="47"/>
        <pc:sldMkLst>
          <pc:docMk/>
          <pc:sldMk cId="2073062534" sldId="1615"/>
        </pc:sldMkLst>
      </pc:sldChg>
      <pc:sldChg chg="add">
        <pc:chgData name="Safder, Ahmad" userId="c27f30d0-2d13-470b-bb49-43ace0670b2e" providerId="ADAL" clId="{DFC35D79-8C55-4AD7-A458-515F49194661}" dt="2024-08-27T05:33:52.944" v="8"/>
        <pc:sldMkLst>
          <pc:docMk/>
          <pc:sldMk cId="3512129210" sldId="1633"/>
        </pc:sldMkLst>
      </pc:sldChg>
      <pc:sldChg chg="new del">
        <pc:chgData name="Safder, Ahmad" userId="c27f30d0-2d13-470b-bb49-43ace0670b2e" providerId="ADAL" clId="{DFC35D79-8C55-4AD7-A458-515F49194661}" dt="2024-08-27T05:34:14.577" v="11" actId="47"/>
        <pc:sldMkLst>
          <pc:docMk/>
          <pc:sldMk cId="3766172995" sldId="1634"/>
        </pc:sldMkLst>
      </pc:sldChg>
      <pc:sldChg chg="addSp delSp modSp new mod">
        <pc:chgData name="Safder, Ahmad" userId="c27f30d0-2d13-470b-bb49-43ace0670b2e" providerId="ADAL" clId="{DFC35D79-8C55-4AD7-A458-515F49194661}" dt="2024-08-27T05:34:35.892" v="30" actId="20577"/>
        <pc:sldMkLst>
          <pc:docMk/>
          <pc:sldMk cId="2875900605" sldId="1635"/>
        </pc:sldMkLst>
      </pc:sldChg>
      <pc:sldChg chg="modSp new mod">
        <pc:chgData name="Safder, Ahmad" userId="c27f30d0-2d13-470b-bb49-43ace0670b2e" providerId="ADAL" clId="{DFC35D79-8C55-4AD7-A458-515F49194661}" dt="2024-08-27T15:38:02.927" v="137" actId="20577"/>
        <pc:sldMkLst>
          <pc:docMk/>
          <pc:sldMk cId="4259136515" sldId="1636"/>
        </pc:sldMkLst>
      </pc:sldChg>
      <pc:sldChg chg="del">
        <pc:chgData name="Safder, Ahmad" userId="c27f30d0-2d13-470b-bb49-43ace0670b2e" providerId="ADAL" clId="{DFC35D79-8C55-4AD7-A458-515F49194661}" dt="2024-08-27T05:32:43.553" v="6" actId="47"/>
        <pc:sldMkLst>
          <pc:docMk/>
          <pc:sldMk cId="477974106" sldId="1649"/>
        </pc:sldMkLst>
      </pc:sldChg>
      <pc:sldChg chg="del">
        <pc:chgData name="Safder, Ahmad" userId="c27f30d0-2d13-470b-bb49-43ace0670b2e" providerId="ADAL" clId="{DFC35D79-8C55-4AD7-A458-515F49194661}" dt="2024-08-27T05:32:40.763" v="3" actId="47"/>
        <pc:sldMkLst>
          <pc:docMk/>
          <pc:sldMk cId="1888657523" sldId="1650"/>
        </pc:sldMkLst>
      </pc:sldChg>
      <pc:sldChg chg="del">
        <pc:chgData name="Safder, Ahmad" userId="c27f30d0-2d13-470b-bb49-43ace0670b2e" providerId="ADAL" clId="{DFC35D79-8C55-4AD7-A458-515F49194661}" dt="2024-08-27T05:32:42.323" v="4" actId="47"/>
        <pc:sldMkLst>
          <pc:docMk/>
          <pc:sldMk cId="716529781" sldId="1651"/>
        </pc:sldMkLst>
      </pc:sldChg>
      <pc:sldChg chg="del">
        <pc:chgData name="Safder, Ahmad" userId="c27f30d0-2d13-470b-bb49-43ace0670b2e" providerId="ADAL" clId="{DFC35D79-8C55-4AD7-A458-515F49194661}" dt="2024-08-27T05:32:42.923" v="5" actId="47"/>
        <pc:sldMkLst>
          <pc:docMk/>
          <pc:sldMk cId="4231818756" sldId="1652"/>
        </pc:sldMkLst>
      </pc:sldChg>
      <pc:sldChg chg="del">
        <pc:chgData name="Safder, Ahmad" userId="c27f30d0-2d13-470b-bb49-43ace0670b2e" providerId="ADAL" clId="{DFC35D79-8C55-4AD7-A458-515F49194661}" dt="2024-08-27T05:32:43.943" v="7" actId="47"/>
        <pc:sldMkLst>
          <pc:docMk/>
          <pc:sldMk cId="967049278" sldId="1653"/>
        </pc:sldMkLst>
      </pc:sldChg>
    </pc:docChg>
  </pc:docChgLst>
  <pc:docChgLst>
    <pc:chgData name="Safder, Ahmad" userId="c27f30d0-2d13-470b-bb49-43ace0670b2e" providerId="ADAL" clId="{3F8AA903-B750-49B9-A1ED-A1B41CF524F0}"/>
    <pc:docChg chg="undo redo custSel addSld delSld modSld">
      <pc:chgData name="Safder, Ahmad" userId="c27f30d0-2d13-470b-bb49-43ace0670b2e" providerId="ADAL" clId="{3F8AA903-B750-49B9-A1ED-A1B41CF524F0}" dt="2024-01-02T20:47:29.434" v="761" actId="20577"/>
      <pc:docMkLst>
        <pc:docMk/>
      </pc:docMkLst>
      <pc:sldChg chg="add">
        <pc:chgData name="Safder, Ahmad" userId="c27f30d0-2d13-470b-bb49-43ace0670b2e" providerId="ADAL" clId="{3F8AA903-B750-49B9-A1ED-A1B41CF524F0}" dt="2024-01-02T19:49:52.884" v="506"/>
        <pc:sldMkLst>
          <pc:docMk/>
          <pc:sldMk cId="2496742738" sldId="258"/>
        </pc:sldMkLst>
      </pc:sldChg>
      <pc:sldChg chg="add">
        <pc:chgData name="Safder, Ahmad" userId="c27f30d0-2d13-470b-bb49-43ace0670b2e" providerId="ADAL" clId="{3F8AA903-B750-49B9-A1ED-A1B41CF524F0}" dt="2024-01-02T19:49:07.013" v="502"/>
        <pc:sldMkLst>
          <pc:docMk/>
          <pc:sldMk cId="3181764578" sldId="265"/>
        </pc:sldMkLst>
      </pc:sldChg>
      <pc:sldChg chg="add">
        <pc:chgData name="Safder, Ahmad" userId="c27f30d0-2d13-470b-bb49-43ace0670b2e" providerId="ADAL" clId="{3F8AA903-B750-49B9-A1ED-A1B41CF524F0}" dt="2024-01-02T19:48:55.332" v="501"/>
        <pc:sldMkLst>
          <pc:docMk/>
          <pc:sldMk cId="101643411" sldId="266"/>
        </pc:sldMkLst>
      </pc:sldChg>
      <pc:sldChg chg="add">
        <pc:chgData name="Safder, Ahmad" userId="c27f30d0-2d13-470b-bb49-43ace0670b2e" providerId="ADAL" clId="{3F8AA903-B750-49B9-A1ED-A1B41CF524F0}" dt="2024-01-02T19:49:37.445" v="505"/>
        <pc:sldMkLst>
          <pc:docMk/>
          <pc:sldMk cId="4279140301" sldId="268"/>
        </pc:sldMkLst>
      </pc:sldChg>
      <pc:sldChg chg="add">
        <pc:chgData name="Safder, Ahmad" userId="c27f30d0-2d13-470b-bb49-43ace0670b2e" providerId="ADAL" clId="{3F8AA903-B750-49B9-A1ED-A1B41CF524F0}" dt="2024-01-02T19:50:57.767" v="507"/>
        <pc:sldMkLst>
          <pc:docMk/>
          <pc:sldMk cId="1867503416" sldId="271"/>
        </pc:sldMkLst>
      </pc:sldChg>
      <pc:sldChg chg="add">
        <pc:chgData name="Safder, Ahmad" userId="c27f30d0-2d13-470b-bb49-43ace0670b2e" providerId="ADAL" clId="{3F8AA903-B750-49B9-A1ED-A1B41CF524F0}" dt="2024-01-02T19:51:06.798" v="508"/>
        <pc:sldMkLst>
          <pc:docMk/>
          <pc:sldMk cId="1044110493" sldId="272"/>
        </pc:sldMkLst>
      </pc:sldChg>
      <pc:sldChg chg="addSp modSp mod">
        <pc:chgData name="Safder, Ahmad" userId="c27f30d0-2d13-470b-bb49-43ace0670b2e" providerId="ADAL" clId="{3F8AA903-B750-49B9-A1ED-A1B41CF524F0}" dt="2023-12-27T06:33:16.698" v="230" actId="1076"/>
        <pc:sldMkLst>
          <pc:docMk/>
          <pc:sldMk cId="49962924" sldId="1569"/>
        </pc:sldMkLst>
      </pc:sldChg>
      <pc:sldChg chg="modSp mod">
        <pc:chgData name="Safder, Ahmad" userId="c27f30d0-2d13-470b-bb49-43ace0670b2e" providerId="ADAL" clId="{3F8AA903-B750-49B9-A1ED-A1B41CF524F0}" dt="2023-12-27T06:34:01.377" v="244" actId="20577"/>
        <pc:sldMkLst>
          <pc:docMk/>
          <pc:sldMk cId="4235083382" sldId="1570"/>
        </pc:sldMkLst>
      </pc:sldChg>
      <pc:sldChg chg="del">
        <pc:chgData name="Safder, Ahmad" userId="c27f30d0-2d13-470b-bb49-43ace0670b2e" providerId="ADAL" clId="{3F8AA903-B750-49B9-A1ED-A1B41CF524F0}" dt="2023-12-27T06:43:24.140" v="245" actId="47"/>
        <pc:sldMkLst>
          <pc:docMk/>
          <pc:sldMk cId="1510400101" sldId="1573"/>
        </pc:sldMkLst>
      </pc:sldChg>
      <pc:sldChg chg="del">
        <pc:chgData name="Safder, Ahmad" userId="c27f30d0-2d13-470b-bb49-43ace0670b2e" providerId="ADAL" clId="{3F8AA903-B750-49B9-A1ED-A1B41CF524F0}" dt="2023-12-27T06:43:25.401" v="246" actId="47"/>
        <pc:sldMkLst>
          <pc:docMk/>
          <pc:sldMk cId="2214476726" sldId="1575"/>
        </pc:sldMkLst>
      </pc:sldChg>
      <pc:sldChg chg="del">
        <pc:chgData name="Safder, Ahmad" userId="c27f30d0-2d13-470b-bb49-43ace0670b2e" providerId="ADAL" clId="{3F8AA903-B750-49B9-A1ED-A1B41CF524F0}" dt="2023-12-27T06:43:31.003" v="250" actId="47"/>
        <pc:sldMkLst>
          <pc:docMk/>
          <pc:sldMk cId="1652467165" sldId="1576"/>
        </pc:sldMkLst>
      </pc:sldChg>
      <pc:sldChg chg="del">
        <pc:chgData name="Safder, Ahmad" userId="c27f30d0-2d13-470b-bb49-43ace0670b2e" providerId="ADAL" clId="{3F8AA903-B750-49B9-A1ED-A1B41CF524F0}" dt="2023-12-27T06:43:30.037" v="249" actId="47"/>
        <pc:sldMkLst>
          <pc:docMk/>
          <pc:sldMk cId="3263278510" sldId="1577"/>
        </pc:sldMkLst>
      </pc:sldChg>
      <pc:sldChg chg="del">
        <pc:chgData name="Safder, Ahmad" userId="c27f30d0-2d13-470b-bb49-43ace0670b2e" providerId="ADAL" clId="{3F8AA903-B750-49B9-A1ED-A1B41CF524F0}" dt="2023-12-27T06:43:26.409" v="247" actId="47"/>
        <pc:sldMkLst>
          <pc:docMk/>
          <pc:sldMk cId="1096885135" sldId="1578"/>
        </pc:sldMkLst>
      </pc:sldChg>
      <pc:sldChg chg="del">
        <pc:chgData name="Safder, Ahmad" userId="c27f30d0-2d13-470b-bb49-43ace0670b2e" providerId="ADAL" clId="{3F8AA903-B750-49B9-A1ED-A1B41CF524F0}" dt="2023-12-27T06:43:27.595" v="248" actId="47"/>
        <pc:sldMkLst>
          <pc:docMk/>
          <pc:sldMk cId="659729647" sldId="1579"/>
        </pc:sldMkLst>
      </pc:sldChg>
      <pc:sldChg chg="del">
        <pc:chgData name="Safder, Ahmad" userId="c27f30d0-2d13-470b-bb49-43ace0670b2e" providerId="ADAL" clId="{3F8AA903-B750-49B9-A1ED-A1B41CF524F0}" dt="2023-12-27T06:43:31.880" v="251" actId="47"/>
        <pc:sldMkLst>
          <pc:docMk/>
          <pc:sldMk cId="238469485" sldId="1580"/>
        </pc:sldMkLst>
      </pc:sldChg>
      <pc:sldChg chg="del">
        <pc:chgData name="Safder, Ahmad" userId="c27f30d0-2d13-470b-bb49-43ace0670b2e" providerId="ADAL" clId="{3F8AA903-B750-49B9-A1ED-A1B41CF524F0}" dt="2023-12-27T06:45:24.630" v="269" actId="47"/>
        <pc:sldMkLst>
          <pc:docMk/>
          <pc:sldMk cId="2375405562" sldId="1583"/>
        </pc:sldMkLst>
      </pc:sldChg>
      <pc:sldChg chg="del">
        <pc:chgData name="Safder, Ahmad" userId="c27f30d0-2d13-470b-bb49-43ace0670b2e" providerId="ADAL" clId="{3F8AA903-B750-49B9-A1ED-A1B41CF524F0}" dt="2023-12-27T06:45:25.960" v="270" actId="47"/>
        <pc:sldMkLst>
          <pc:docMk/>
          <pc:sldMk cId="3521135274" sldId="1585"/>
        </pc:sldMkLst>
      </pc:sldChg>
      <pc:sldChg chg="del">
        <pc:chgData name="Safder, Ahmad" userId="c27f30d0-2d13-470b-bb49-43ace0670b2e" providerId="ADAL" clId="{3F8AA903-B750-49B9-A1ED-A1B41CF524F0}" dt="2023-12-27T06:53:22.255" v="356" actId="47"/>
        <pc:sldMkLst>
          <pc:docMk/>
          <pc:sldMk cId="2238698168" sldId="1587"/>
        </pc:sldMkLst>
      </pc:sldChg>
      <pc:sldChg chg="modSp new mod">
        <pc:chgData name="Safder, Ahmad" userId="c27f30d0-2d13-470b-bb49-43ace0670b2e" providerId="ADAL" clId="{3F8AA903-B750-49B9-A1ED-A1B41CF524F0}" dt="2023-12-27T07:38:58.934" v="480" actId="113"/>
        <pc:sldMkLst>
          <pc:docMk/>
          <pc:sldMk cId="812976826" sldId="1588"/>
        </pc:sldMkLst>
      </pc:sldChg>
      <pc:sldChg chg="delSp modSp add del mod">
        <pc:chgData name="Safder, Ahmad" userId="c27f30d0-2d13-470b-bb49-43ace0670b2e" providerId="ADAL" clId="{3F8AA903-B750-49B9-A1ED-A1B41CF524F0}" dt="2023-12-27T06:30:15.584" v="205" actId="47"/>
        <pc:sldMkLst>
          <pc:docMk/>
          <pc:sldMk cId="3317523493" sldId="1588"/>
        </pc:sldMkLst>
      </pc:sldChg>
      <pc:sldChg chg="modSp new mod">
        <pc:chgData name="Safder, Ahmad" userId="c27f30d0-2d13-470b-bb49-43ace0670b2e" providerId="ADAL" clId="{3F8AA903-B750-49B9-A1ED-A1B41CF524F0}" dt="2023-12-27T07:37:23.143" v="460" actId="113"/>
        <pc:sldMkLst>
          <pc:docMk/>
          <pc:sldMk cId="1864635072" sldId="1589"/>
        </pc:sldMkLst>
      </pc:sldChg>
      <pc:sldChg chg="addSp delSp modSp new mod">
        <pc:chgData name="Safder, Ahmad" userId="c27f30d0-2d13-470b-bb49-43ace0670b2e" providerId="ADAL" clId="{3F8AA903-B750-49B9-A1ED-A1B41CF524F0}" dt="2023-12-27T07:35:29.468" v="444" actId="113"/>
        <pc:sldMkLst>
          <pc:docMk/>
          <pc:sldMk cId="1310525933" sldId="1590"/>
        </pc:sldMkLst>
      </pc:sldChg>
      <pc:sldChg chg="modSp new mod">
        <pc:chgData name="Safder, Ahmad" userId="c27f30d0-2d13-470b-bb49-43ace0670b2e" providerId="ADAL" clId="{3F8AA903-B750-49B9-A1ED-A1B41CF524F0}" dt="2023-12-27T07:33:23.269" v="422" actId="113"/>
        <pc:sldMkLst>
          <pc:docMk/>
          <pc:sldMk cId="1744002375" sldId="1591"/>
        </pc:sldMkLst>
      </pc:sldChg>
      <pc:sldChg chg="modSp new mod">
        <pc:chgData name="Safder, Ahmad" userId="c27f30d0-2d13-470b-bb49-43ace0670b2e" providerId="ADAL" clId="{3F8AA903-B750-49B9-A1ED-A1B41CF524F0}" dt="2023-12-27T07:30:48.540" v="385" actId="20577"/>
        <pc:sldMkLst>
          <pc:docMk/>
          <pc:sldMk cId="250371923" sldId="1592"/>
        </pc:sldMkLst>
      </pc:sldChg>
      <pc:sldChg chg="addSp delSp modSp new mod">
        <pc:chgData name="Safder, Ahmad" userId="c27f30d0-2d13-470b-bb49-43ace0670b2e" providerId="ADAL" clId="{3F8AA903-B750-49B9-A1ED-A1B41CF524F0}" dt="2024-01-02T19:54:51.625" v="585" actId="21"/>
        <pc:sldMkLst>
          <pc:docMk/>
          <pc:sldMk cId="3458705004" sldId="1593"/>
        </pc:sldMkLst>
      </pc:sldChg>
      <pc:sldChg chg="modSp new mod">
        <pc:chgData name="Safder, Ahmad" userId="c27f30d0-2d13-470b-bb49-43ace0670b2e" providerId="ADAL" clId="{3F8AA903-B750-49B9-A1ED-A1B41CF524F0}" dt="2024-01-02T19:48:30.118" v="500" actId="20577"/>
        <pc:sldMkLst>
          <pc:docMk/>
          <pc:sldMk cId="435222054" sldId="1594"/>
        </pc:sldMkLst>
      </pc:sldChg>
      <pc:sldChg chg="modSp add">
        <pc:chgData name="Safder, Ahmad" userId="c27f30d0-2d13-470b-bb49-43ace0670b2e" providerId="ADAL" clId="{3F8AA903-B750-49B9-A1ED-A1B41CF524F0}" dt="2024-01-02T19:49:20.324" v="504"/>
        <pc:sldMkLst>
          <pc:docMk/>
          <pc:sldMk cId="2283542329" sldId="1595"/>
        </pc:sldMkLst>
      </pc:sldChg>
      <pc:sldChg chg="addSp delSp modSp new mod">
        <pc:chgData name="Safder, Ahmad" userId="c27f30d0-2d13-470b-bb49-43ace0670b2e" providerId="ADAL" clId="{3F8AA903-B750-49B9-A1ED-A1B41CF524F0}" dt="2024-01-02T19:55:07.578" v="590" actId="1076"/>
        <pc:sldMkLst>
          <pc:docMk/>
          <pc:sldMk cId="1214038629" sldId="1596"/>
        </pc:sldMkLst>
      </pc:sldChg>
      <pc:sldChg chg="addSp delSp modSp new mod">
        <pc:chgData name="Safder, Ahmad" userId="c27f30d0-2d13-470b-bb49-43ace0670b2e" providerId="ADAL" clId="{3F8AA903-B750-49B9-A1ED-A1B41CF524F0}" dt="2024-01-02T19:57:19.842" v="618" actId="1076"/>
        <pc:sldMkLst>
          <pc:docMk/>
          <pc:sldMk cId="3580074475" sldId="1597"/>
        </pc:sldMkLst>
      </pc:sldChg>
      <pc:sldChg chg="addSp delSp modSp new mod modAnim">
        <pc:chgData name="Safder, Ahmad" userId="c27f30d0-2d13-470b-bb49-43ace0670b2e" providerId="ADAL" clId="{3F8AA903-B750-49B9-A1ED-A1B41CF524F0}" dt="2024-01-02T19:57:55.057" v="641" actId="1076"/>
        <pc:sldMkLst>
          <pc:docMk/>
          <pc:sldMk cId="1374952194" sldId="1598"/>
        </pc:sldMkLst>
      </pc:sldChg>
      <pc:sldChg chg="modSp new mod">
        <pc:chgData name="Safder, Ahmad" userId="c27f30d0-2d13-470b-bb49-43ace0670b2e" providerId="ADAL" clId="{3F8AA903-B750-49B9-A1ED-A1B41CF524F0}" dt="2024-01-02T20:47:29.434" v="761" actId="20577"/>
        <pc:sldMkLst>
          <pc:docMk/>
          <pc:sldMk cId="1350179224" sldId="1600"/>
        </pc:sldMkLst>
      </pc:sldChg>
    </pc:docChg>
  </pc:docChgLst>
  <pc:docChgLst>
    <pc:chgData name="Athar Hanif" userId="637796f9-402e-466c-bee6-7b78101107e2" providerId="ADAL" clId="{A6F55AE0-017D-4220-9147-91DA500DB62C}"/>
    <pc:docChg chg="custSel addSld delSld modSld sldOrd modMainMaster">
      <pc:chgData name="Athar Hanif" userId="637796f9-402e-466c-bee6-7b78101107e2" providerId="ADAL" clId="{A6F55AE0-017D-4220-9147-91DA500DB62C}" dt="2023-11-07T14:28:54.979" v="245" actId="14100"/>
      <pc:docMkLst>
        <pc:docMk/>
      </pc:docMkLst>
      <pc:sldChg chg="addSp delSp modSp mod">
        <pc:chgData name="Athar Hanif" userId="637796f9-402e-466c-bee6-7b78101107e2" providerId="ADAL" clId="{A6F55AE0-017D-4220-9147-91DA500DB62C}" dt="2023-11-03T14:51:36.190" v="217" actId="1076"/>
        <pc:sldMkLst>
          <pc:docMk/>
          <pc:sldMk cId="3213752900" sldId="333"/>
        </pc:sldMkLst>
      </pc:sldChg>
      <pc:sldChg chg="del">
        <pc:chgData name="Athar Hanif" userId="637796f9-402e-466c-bee6-7b78101107e2" providerId="ADAL" clId="{A6F55AE0-017D-4220-9147-91DA500DB62C}" dt="2023-10-25T15:48:09.380" v="104" actId="47"/>
        <pc:sldMkLst>
          <pc:docMk/>
          <pc:sldMk cId="2821482336" sldId="869"/>
        </pc:sldMkLst>
      </pc:sldChg>
      <pc:sldChg chg="addSp delSp modSp del mod">
        <pc:chgData name="Athar Hanif" userId="637796f9-402e-466c-bee6-7b78101107e2" providerId="ADAL" clId="{A6F55AE0-017D-4220-9147-91DA500DB62C}" dt="2023-10-25T15:48:07.010" v="103" actId="47"/>
        <pc:sldMkLst>
          <pc:docMk/>
          <pc:sldMk cId="871937124" sldId="883"/>
        </pc:sldMkLst>
      </pc:sldChg>
      <pc:sldChg chg="modSp mod">
        <pc:chgData name="Athar Hanif" userId="637796f9-402e-466c-bee6-7b78101107e2" providerId="ADAL" clId="{A6F55AE0-017D-4220-9147-91DA500DB62C}" dt="2023-10-25T15:54:11.251" v="143" actId="255"/>
        <pc:sldMkLst>
          <pc:docMk/>
          <pc:sldMk cId="4125686088" sldId="910"/>
        </pc:sldMkLst>
      </pc:sldChg>
      <pc:sldChg chg="modSp mod">
        <pc:chgData name="Athar Hanif" userId="637796f9-402e-466c-bee6-7b78101107e2" providerId="ADAL" clId="{A6F55AE0-017D-4220-9147-91DA500DB62C}" dt="2023-11-07T14:28:54.979" v="245" actId="14100"/>
        <pc:sldMkLst>
          <pc:docMk/>
          <pc:sldMk cId="352397442" sldId="921"/>
        </pc:sldMkLst>
      </pc:sldChg>
      <pc:sldChg chg="modSp mod">
        <pc:chgData name="Athar Hanif" userId="637796f9-402e-466c-bee6-7b78101107e2" providerId="ADAL" clId="{A6F55AE0-017D-4220-9147-91DA500DB62C}" dt="2023-10-25T15:31:27.736" v="2" actId="27636"/>
        <pc:sldMkLst>
          <pc:docMk/>
          <pc:sldMk cId="1820178960" sldId="922"/>
        </pc:sldMkLst>
      </pc:sldChg>
      <pc:sldChg chg="del">
        <pc:chgData name="Athar Hanif" userId="637796f9-402e-466c-bee6-7b78101107e2" providerId="ADAL" clId="{A6F55AE0-017D-4220-9147-91DA500DB62C}" dt="2023-10-25T15:47:58.120" v="102" actId="47"/>
        <pc:sldMkLst>
          <pc:docMk/>
          <pc:sldMk cId="4255169266" sldId="923"/>
        </pc:sldMkLst>
      </pc:sldChg>
      <pc:sldChg chg="del">
        <pc:chgData name="Athar Hanif" userId="637796f9-402e-466c-bee6-7b78101107e2" providerId="ADAL" clId="{A6F55AE0-017D-4220-9147-91DA500DB62C}" dt="2023-10-25T15:52:54.862" v="112" actId="47"/>
        <pc:sldMkLst>
          <pc:docMk/>
          <pc:sldMk cId="516971190" sldId="924"/>
        </pc:sldMkLst>
      </pc:sldChg>
      <pc:sldChg chg="del">
        <pc:chgData name="Athar Hanif" userId="637796f9-402e-466c-bee6-7b78101107e2" providerId="ADAL" clId="{A6F55AE0-017D-4220-9147-91DA500DB62C}" dt="2023-10-25T15:48:16.302" v="105" actId="47"/>
        <pc:sldMkLst>
          <pc:docMk/>
          <pc:sldMk cId="3787141471" sldId="925"/>
        </pc:sldMkLst>
      </pc:sldChg>
      <pc:sldChg chg="del">
        <pc:chgData name="Athar Hanif" userId="637796f9-402e-466c-bee6-7b78101107e2" providerId="ADAL" clId="{A6F55AE0-017D-4220-9147-91DA500DB62C}" dt="2023-10-25T15:48:18.884" v="106" actId="47"/>
        <pc:sldMkLst>
          <pc:docMk/>
          <pc:sldMk cId="4232380364" sldId="926"/>
        </pc:sldMkLst>
      </pc:sldChg>
      <pc:sldChg chg="del">
        <pc:chgData name="Athar Hanif" userId="637796f9-402e-466c-bee6-7b78101107e2" providerId="ADAL" clId="{A6F55AE0-017D-4220-9147-91DA500DB62C}" dt="2023-10-25T15:48:23.768" v="107" actId="47"/>
        <pc:sldMkLst>
          <pc:docMk/>
          <pc:sldMk cId="2832151402" sldId="927"/>
        </pc:sldMkLst>
      </pc:sldChg>
      <pc:sldChg chg="addSp modSp mod ord">
        <pc:chgData name="Athar Hanif" userId="637796f9-402e-466c-bee6-7b78101107e2" providerId="ADAL" clId="{A6F55AE0-017D-4220-9147-91DA500DB62C}" dt="2023-10-25T15:55:34.867" v="195" actId="14100"/>
        <pc:sldMkLst>
          <pc:docMk/>
          <pc:sldMk cId="1481927134" sldId="928"/>
        </pc:sldMkLst>
      </pc:sldChg>
      <pc:sldChg chg="add del">
        <pc:chgData name="Athar Hanif" userId="637796f9-402e-466c-bee6-7b78101107e2" providerId="ADAL" clId="{A6F55AE0-017D-4220-9147-91DA500DB62C}" dt="2023-10-25T15:47:54.702" v="101" actId="47"/>
        <pc:sldMkLst>
          <pc:docMk/>
          <pc:sldMk cId="3664722961" sldId="933"/>
        </pc:sldMkLst>
      </pc:sldChg>
      <pc:sldChg chg="addSp modSp mod ord">
        <pc:chgData name="Athar Hanif" userId="637796f9-402e-466c-bee6-7b78101107e2" providerId="ADAL" clId="{A6F55AE0-017D-4220-9147-91DA500DB62C}" dt="2023-10-25T15:53:05.990" v="115"/>
        <pc:sldMkLst>
          <pc:docMk/>
          <pc:sldMk cId="3147394423" sldId="1547"/>
        </pc:sldMkLst>
      </pc:sldChg>
      <pc:sldChg chg="modSp add mod">
        <pc:chgData name="Athar Hanif" userId="637796f9-402e-466c-bee6-7b78101107e2" providerId="ADAL" clId="{A6F55AE0-017D-4220-9147-91DA500DB62C}" dt="2023-10-25T15:54:47.758" v="153" actId="20577"/>
        <pc:sldMkLst>
          <pc:docMk/>
          <pc:sldMk cId="1793457047" sldId="1548"/>
        </pc:sldMkLst>
      </pc:sldChg>
      <pc:sldChg chg="del">
        <pc:chgData name="Athar Hanif" userId="637796f9-402e-466c-bee6-7b78101107e2" providerId="ADAL" clId="{A6F55AE0-017D-4220-9147-91DA500DB62C}" dt="2023-10-25T15:53:19.291" v="116" actId="47"/>
        <pc:sldMkLst>
          <pc:docMk/>
          <pc:sldMk cId="40781819" sldId="1554"/>
        </pc:sldMkLst>
      </pc:sldChg>
      <pc:sldChg chg="del">
        <pc:chgData name="Athar Hanif" userId="637796f9-402e-466c-bee6-7b78101107e2" providerId="ADAL" clId="{A6F55AE0-017D-4220-9147-91DA500DB62C}" dt="2023-10-25T15:53:20.540" v="117" actId="47"/>
        <pc:sldMkLst>
          <pc:docMk/>
          <pc:sldMk cId="2463967981" sldId="1560"/>
        </pc:sldMkLst>
      </pc:sldChg>
      <pc:sldChg chg="del">
        <pc:chgData name="Athar Hanif" userId="637796f9-402e-466c-bee6-7b78101107e2" providerId="ADAL" clId="{A6F55AE0-017D-4220-9147-91DA500DB62C}" dt="2023-10-25T15:52:56.360" v="113" actId="47"/>
        <pc:sldMkLst>
          <pc:docMk/>
          <pc:sldMk cId="3786382133" sldId="1561"/>
        </pc:sldMkLst>
      </pc:sldChg>
      <pc:sldChg chg="ord">
        <pc:chgData name="Athar Hanif" userId="637796f9-402e-466c-bee6-7b78101107e2" providerId="ADAL" clId="{A6F55AE0-017D-4220-9147-91DA500DB62C}" dt="2023-10-25T15:50:17.237" v="109"/>
        <pc:sldMkLst>
          <pc:docMk/>
          <pc:sldMk cId="3827996873" sldId="1562"/>
        </pc:sldMkLst>
      </pc:sldChg>
      <pc:sldChg chg="addSp delSp modSp add del mod">
        <pc:chgData name="Athar Hanif" userId="637796f9-402e-466c-bee6-7b78101107e2" providerId="ADAL" clId="{A6F55AE0-017D-4220-9147-91DA500DB62C}" dt="2023-10-25T15:47:36.543" v="100" actId="2696"/>
        <pc:sldMkLst>
          <pc:docMk/>
          <pc:sldMk cId="1560368377" sldId="1563"/>
        </pc:sldMkLst>
      </pc:sldChg>
      <pc:sldMasterChg chg="modSldLayout">
        <pc:chgData name="Athar Hanif" userId="637796f9-402e-466c-bee6-7b78101107e2" providerId="ADAL" clId="{A6F55AE0-017D-4220-9147-91DA500DB62C}" dt="2023-11-03T14:50:36.053" v="208" actId="478"/>
        <pc:sldMasterMkLst>
          <pc:docMk/>
          <pc:sldMasterMk cId="3392148579" sldId="2147483690"/>
        </pc:sldMasterMkLst>
        <pc:sldLayoutChg chg="addSp delSp modSp">
          <pc:chgData name="Athar Hanif" userId="637796f9-402e-466c-bee6-7b78101107e2" providerId="ADAL" clId="{A6F55AE0-017D-4220-9147-91DA500DB62C}" dt="2023-11-03T14:50:36.053" v="208" actId="478"/>
          <pc:sldLayoutMkLst>
            <pc:docMk/>
            <pc:sldMasterMk cId="3392148579" sldId="2147483690"/>
            <pc:sldLayoutMk cId="2614813690" sldId="2147483649"/>
          </pc:sldLayoutMkLst>
        </pc:sldLayoutChg>
      </pc:sldMasterChg>
    </pc:docChg>
  </pc:docChgLst>
  <pc:docChgLst>
    <pc:chgData name="Safder, Ahmad" userId="c27f30d0-2d13-470b-bb49-43ace0670b2e" providerId="ADAL" clId="{1B550AA4-16CA-4B94-BB7E-BC3EBA9FB383}"/>
    <pc:docChg chg="custSel addSld delSld modSld">
      <pc:chgData name="Safder, Ahmad" userId="c27f30d0-2d13-470b-bb49-43ace0670b2e" providerId="ADAL" clId="{1B550AA4-16CA-4B94-BB7E-BC3EBA9FB383}" dt="2024-04-18T19:45:56.562" v="853" actId="20577"/>
      <pc:docMkLst>
        <pc:docMk/>
      </pc:docMkLst>
      <pc:sldChg chg="del">
        <pc:chgData name="Safder, Ahmad" userId="c27f30d0-2d13-470b-bb49-43ace0670b2e" providerId="ADAL" clId="{1B550AA4-16CA-4B94-BB7E-BC3EBA9FB383}" dt="2024-04-18T12:45:56.250" v="16" actId="47"/>
        <pc:sldMkLst>
          <pc:docMk/>
          <pc:sldMk cId="49962924" sldId="1569"/>
        </pc:sldMkLst>
      </pc:sldChg>
      <pc:sldChg chg="del">
        <pc:chgData name="Safder, Ahmad" userId="c27f30d0-2d13-470b-bb49-43ace0670b2e" providerId="ADAL" clId="{1B550AA4-16CA-4B94-BB7E-BC3EBA9FB383}" dt="2024-04-18T12:45:55.206" v="15" actId="47"/>
        <pc:sldMkLst>
          <pc:docMk/>
          <pc:sldMk cId="4235083382" sldId="1570"/>
        </pc:sldMkLst>
      </pc:sldChg>
      <pc:sldChg chg="del">
        <pc:chgData name="Safder, Ahmad" userId="c27f30d0-2d13-470b-bb49-43ace0670b2e" providerId="ADAL" clId="{1B550AA4-16CA-4B94-BB7E-BC3EBA9FB383}" dt="2024-04-18T12:45:57.800" v="18" actId="47"/>
        <pc:sldMkLst>
          <pc:docMk/>
          <pc:sldMk cId="491974286" sldId="1604"/>
        </pc:sldMkLst>
      </pc:sldChg>
      <pc:sldChg chg="addSp delSp modSp new mod">
        <pc:chgData name="Safder, Ahmad" userId="c27f30d0-2d13-470b-bb49-43ace0670b2e" providerId="ADAL" clId="{1B550AA4-16CA-4B94-BB7E-BC3EBA9FB383}" dt="2024-04-18T19:45:56.562" v="853" actId="20577"/>
        <pc:sldMkLst>
          <pc:docMk/>
          <pc:sldMk cId="1452341103" sldId="1611"/>
        </pc:sldMkLst>
      </pc:sldChg>
      <pc:sldChg chg="del">
        <pc:chgData name="Safder, Ahmad" userId="c27f30d0-2d13-470b-bb49-43ace0670b2e" providerId="ADAL" clId="{1B550AA4-16CA-4B94-BB7E-BC3EBA9FB383}" dt="2024-04-18T12:45:51.364" v="11" actId="47"/>
        <pc:sldMkLst>
          <pc:docMk/>
          <pc:sldMk cId="2741570640" sldId="1611"/>
        </pc:sldMkLst>
      </pc:sldChg>
      <pc:sldChg chg="del">
        <pc:chgData name="Safder, Ahmad" userId="c27f30d0-2d13-470b-bb49-43ace0670b2e" providerId="ADAL" clId="{1B550AA4-16CA-4B94-BB7E-BC3EBA9FB383}" dt="2024-04-18T12:45:46.137" v="6" actId="47"/>
        <pc:sldMkLst>
          <pc:docMk/>
          <pc:sldMk cId="1820130098" sldId="1612"/>
        </pc:sldMkLst>
      </pc:sldChg>
      <pc:sldChg chg="new del">
        <pc:chgData name="Safder, Ahmad" userId="c27f30d0-2d13-470b-bb49-43ace0670b2e" providerId="ADAL" clId="{1B550AA4-16CA-4B94-BB7E-BC3EBA9FB383}" dt="2024-04-18T12:49:37.051" v="71" actId="47"/>
        <pc:sldMkLst>
          <pc:docMk/>
          <pc:sldMk cId="2857889628" sldId="1612"/>
        </pc:sldMkLst>
      </pc:sldChg>
      <pc:sldChg chg="modSp add del mod">
        <pc:chgData name="Safder, Ahmad" userId="c27f30d0-2d13-470b-bb49-43ace0670b2e" providerId="ADAL" clId="{1B550AA4-16CA-4B94-BB7E-BC3EBA9FB383}" dt="2024-04-18T12:50:17.404" v="125" actId="20577"/>
        <pc:sldMkLst>
          <pc:docMk/>
          <pc:sldMk cId="1009738956" sldId="1613"/>
        </pc:sldMkLst>
      </pc:sldChg>
      <pc:sldChg chg="add">
        <pc:chgData name="Safder, Ahmad" userId="c27f30d0-2d13-470b-bb49-43ace0670b2e" providerId="ADAL" clId="{1B550AA4-16CA-4B94-BB7E-BC3EBA9FB383}" dt="2024-04-18T12:50:39.761" v="126"/>
        <pc:sldMkLst>
          <pc:docMk/>
          <pc:sldMk cId="2073062534" sldId="1615"/>
        </pc:sldMkLst>
      </pc:sldChg>
      <pc:sldChg chg="del">
        <pc:chgData name="Safder, Ahmad" userId="c27f30d0-2d13-470b-bb49-43ace0670b2e" providerId="ADAL" clId="{1B550AA4-16CA-4B94-BB7E-BC3EBA9FB383}" dt="2024-04-18T12:45:50.626" v="10" actId="47"/>
        <pc:sldMkLst>
          <pc:docMk/>
          <pc:sldMk cId="4030142565" sldId="1616"/>
        </pc:sldMkLst>
      </pc:sldChg>
      <pc:sldChg chg="del">
        <pc:chgData name="Safder, Ahmad" userId="c27f30d0-2d13-470b-bb49-43ace0670b2e" providerId="ADAL" clId="{1B550AA4-16CA-4B94-BB7E-BC3EBA9FB383}" dt="2024-04-18T12:45:49.152" v="9" actId="47"/>
        <pc:sldMkLst>
          <pc:docMk/>
          <pc:sldMk cId="3447874837" sldId="1620"/>
        </pc:sldMkLst>
      </pc:sldChg>
      <pc:sldChg chg="del">
        <pc:chgData name="Safder, Ahmad" userId="c27f30d0-2d13-470b-bb49-43ace0670b2e" providerId="ADAL" clId="{1B550AA4-16CA-4B94-BB7E-BC3EBA9FB383}" dt="2024-04-18T12:45:48.008" v="8" actId="47"/>
        <pc:sldMkLst>
          <pc:docMk/>
          <pc:sldMk cId="414251573" sldId="1623"/>
        </pc:sldMkLst>
      </pc:sldChg>
      <pc:sldChg chg="del">
        <pc:chgData name="Safder, Ahmad" userId="c27f30d0-2d13-470b-bb49-43ace0670b2e" providerId="ADAL" clId="{1B550AA4-16CA-4B94-BB7E-BC3EBA9FB383}" dt="2024-04-18T12:45:47.352" v="7" actId="47"/>
        <pc:sldMkLst>
          <pc:docMk/>
          <pc:sldMk cId="2918303787" sldId="1624"/>
        </pc:sldMkLst>
      </pc:sldChg>
      <pc:sldChg chg="del">
        <pc:chgData name="Safder, Ahmad" userId="c27f30d0-2d13-470b-bb49-43ace0670b2e" providerId="ADAL" clId="{1B550AA4-16CA-4B94-BB7E-BC3EBA9FB383}" dt="2024-04-18T12:45:52.069" v="12" actId="47"/>
        <pc:sldMkLst>
          <pc:docMk/>
          <pc:sldMk cId="227673879" sldId="1625"/>
        </pc:sldMkLst>
      </pc:sldChg>
      <pc:sldChg chg="del">
        <pc:chgData name="Safder, Ahmad" userId="c27f30d0-2d13-470b-bb49-43ace0670b2e" providerId="ADAL" clId="{1B550AA4-16CA-4B94-BB7E-BC3EBA9FB383}" dt="2024-04-18T12:45:45.250" v="5" actId="47"/>
        <pc:sldMkLst>
          <pc:docMk/>
          <pc:sldMk cId="439371589" sldId="1626"/>
        </pc:sldMkLst>
      </pc:sldChg>
      <pc:sldChg chg="del">
        <pc:chgData name="Safder, Ahmad" userId="c27f30d0-2d13-470b-bb49-43ace0670b2e" providerId="ADAL" clId="{1B550AA4-16CA-4B94-BB7E-BC3EBA9FB383}" dt="2024-04-18T12:45:54.361" v="14" actId="47"/>
        <pc:sldMkLst>
          <pc:docMk/>
          <pc:sldMk cId="3185740717" sldId="1627"/>
        </pc:sldMkLst>
      </pc:sldChg>
      <pc:sldChg chg="del">
        <pc:chgData name="Safder, Ahmad" userId="c27f30d0-2d13-470b-bb49-43ace0670b2e" providerId="ADAL" clId="{1B550AA4-16CA-4B94-BB7E-BC3EBA9FB383}" dt="2024-04-18T12:45:52.905" v="13" actId="47"/>
        <pc:sldMkLst>
          <pc:docMk/>
          <pc:sldMk cId="2095369293" sldId="1628"/>
        </pc:sldMkLst>
      </pc:sldChg>
      <pc:sldChg chg="del">
        <pc:chgData name="Safder, Ahmad" userId="c27f30d0-2d13-470b-bb49-43ace0670b2e" providerId="ADAL" clId="{1B550AA4-16CA-4B94-BB7E-BC3EBA9FB383}" dt="2024-04-18T12:45:57.120" v="17" actId="47"/>
        <pc:sldMkLst>
          <pc:docMk/>
          <pc:sldMk cId="1849450463" sldId="1629"/>
        </pc:sldMkLst>
      </pc:sldChg>
      <pc:sldChg chg="del">
        <pc:chgData name="Safder, Ahmad" userId="c27f30d0-2d13-470b-bb49-43ace0670b2e" providerId="ADAL" clId="{1B550AA4-16CA-4B94-BB7E-BC3EBA9FB383}" dt="2024-04-18T12:45:43.159" v="3" actId="47"/>
        <pc:sldMkLst>
          <pc:docMk/>
          <pc:sldMk cId="1688826065" sldId="1630"/>
        </pc:sldMkLst>
      </pc:sldChg>
      <pc:sldChg chg="del">
        <pc:chgData name="Safder, Ahmad" userId="c27f30d0-2d13-470b-bb49-43ace0670b2e" providerId="ADAL" clId="{1B550AA4-16CA-4B94-BB7E-BC3EBA9FB383}" dt="2024-04-18T12:45:41.514" v="2" actId="47"/>
        <pc:sldMkLst>
          <pc:docMk/>
          <pc:sldMk cId="4131743983" sldId="1631"/>
        </pc:sldMkLst>
      </pc:sldChg>
      <pc:sldChg chg="del">
        <pc:chgData name="Safder, Ahmad" userId="c27f30d0-2d13-470b-bb49-43ace0670b2e" providerId="ADAL" clId="{1B550AA4-16CA-4B94-BB7E-BC3EBA9FB383}" dt="2024-04-18T12:45:40.187" v="0" actId="47"/>
        <pc:sldMkLst>
          <pc:docMk/>
          <pc:sldMk cId="3036295519" sldId="1632"/>
        </pc:sldMkLst>
      </pc:sldChg>
      <pc:sldChg chg="del">
        <pc:chgData name="Safder, Ahmad" userId="c27f30d0-2d13-470b-bb49-43ace0670b2e" providerId="ADAL" clId="{1B550AA4-16CA-4B94-BB7E-BC3EBA9FB383}" dt="2024-04-18T12:45:40.922" v="1" actId="47"/>
        <pc:sldMkLst>
          <pc:docMk/>
          <pc:sldMk cId="3512129210" sldId="1633"/>
        </pc:sldMkLst>
      </pc:sldChg>
      <pc:sldChg chg="delSp add del mod">
        <pc:chgData name="Safder, Ahmad" userId="c27f30d0-2d13-470b-bb49-43ace0670b2e" providerId="ADAL" clId="{1B550AA4-16CA-4B94-BB7E-BC3EBA9FB383}" dt="2024-04-18T13:30:04.922" v="576" actId="47"/>
        <pc:sldMkLst>
          <pc:docMk/>
          <pc:sldMk cId="498621556" sldId="1648"/>
        </pc:sldMkLst>
      </pc:sldChg>
      <pc:sldChg chg="addSp delSp modSp add mod">
        <pc:chgData name="Safder, Ahmad" userId="c27f30d0-2d13-470b-bb49-43ace0670b2e" providerId="ADAL" clId="{1B550AA4-16CA-4B94-BB7E-BC3EBA9FB383}" dt="2024-04-18T13:19:25.178" v="312" actId="1076"/>
        <pc:sldMkLst>
          <pc:docMk/>
          <pc:sldMk cId="477974106" sldId="1649"/>
        </pc:sldMkLst>
      </pc:sldChg>
      <pc:sldChg chg="delSp modSp add mod">
        <pc:chgData name="Safder, Ahmad" userId="c27f30d0-2d13-470b-bb49-43ace0670b2e" providerId="ADAL" clId="{1B550AA4-16CA-4B94-BB7E-BC3EBA9FB383}" dt="2024-04-18T12:50:45.621" v="128" actId="1076"/>
        <pc:sldMkLst>
          <pc:docMk/>
          <pc:sldMk cId="1888657523" sldId="1650"/>
        </pc:sldMkLst>
      </pc:sldChg>
      <pc:sldChg chg="addSp delSp modSp new mod">
        <pc:chgData name="Safder, Ahmad" userId="c27f30d0-2d13-470b-bb49-43ace0670b2e" providerId="ADAL" clId="{1B550AA4-16CA-4B94-BB7E-BC3EBA9FB383}" dt="2024-04-18T13:20:28.289" v="359" actId="20577"/>
        <pc:sldMkLst>
          <pc:docMk/>
          <pc:sldMk cId="716529781" sldId="1651"/>
        </pc:sldMkLst>
      </pc:sldChg>
      <pc:sldChg chg="addSp delSp modSp new mod">
        <pc:chgData name="Safder, Ahmad" userId="c27f30d0-2d13-470b-bb49-43ace0670b2e" providerId="ADAL" clId="{1B550AA4-16CA-4B94-BB7E-BC3EBA9FB383}" dt="2024-04-18T13:33:06.397" v="773" actId="1076"/>
        <pc:sldMkLst>
          <pc:docMk/>
          <pc:sldMk cId="4231818756" sldId="1652"/>
        </pc:sldMkLst>
      </pc:sldChg>
      <pc:sldChg chg="addSp delSp modSp new mod">
        <pc:chgData name="Safder, Ahmad" userId="c27f30d0-2d13-470b-bb49-43ace0670b2e" providerId="ADAL" clId="{1B550AA4-16CA-4B94-BB7E-BC3EBA9FB383}" dt="2024-04-18T14:24:26.885" v="849" actId="1076"/>
        <pc:sldMkLst>
          <pc:docMk/>
          <pc:sldMk cId="967049278" sldId="1653"/>
        </pc:sldMkLst>
      </pc:sldChg>
    </pc:docChg>
  </pc:docChgLst>
  <pc:docChgLst>
    <pc:chgData name="Athar Hanif" userId="637796f9-402e-466c-bee6-7b78101107e2" providerId="ADAL" clId="{AA1DC7B2-B6A4-4EF4-9DAF-47E380A852CD}"/>
    <pc:docChg chg="undo custSel addSld modSld">
      <pc:chgData name="Athar Hanif" userId="637796f9-402e-466c-bee6-7b78101107e2" providerId="ADAL" clId="{AA1DC7B2-B6A4-4EF4-9DAF-47E380A852CD}" dt="2023-11-15T17:14:31.561" v="1409" actId="27636"/>
      <pc:docMkLst>
        <pc:docMk/>
      </pc:docMkLst>
      <pc:sldChg chg="delSp modSp mod">
        <pc:chgData name="Athar Hanif" userId="637796f9-402e-466c-bee6-7b78101107e2" providerId="ADAL" clId="{AA1DC7B2-B6A4-4EF4-9DAF-47E380A852CD}" dt="2023-11-15T14:21:45.648" v="76" actId="6549"/>
        <pc:sldMkLst>
          <pc:docMk/>
          <pc:sldMk cId="3213752900" sldId="333"/>
        </pc:sldMkLst>
      </pc:sldChg>
      <pc:sldChg chg="addSp delSp modSp mod">
        <pc:chgData name="Athar Hanif" userId="637796f9-402e-466c-bee6-7b78101107e2" providerId="ADAL" clId="{AA1DC7B2-B6A4-4EF4-9DAF-47E380A852CD}" dt="2023-11-15T14:28:30.248" v="172" actId="1076"/>
        <pc:sldMkLst>
          <pc:docMk/>
          <pc:sldMk cId="352397442" sldId="921"/>
        </pc:sldMkLst>
      </pc:sldChg>
      <pc:sldChg chg="addSp delSp modSp mod">
        <pc:chgData name="Athar Hanif" userId="637796f9-402e-466c-bee6-7b78101107e2" providerId="ADAL" clId="{AA1DC7B2-B6A4-4EF4-9DAF-47E380A852CD}" dt="2023-11-15T14:58:14.518" v="400" actId="1076"/>
        <pc:sldMkLst>
          <pc:docMk/>
          <pc:sldMk cId="1820178960" sldId="922"/>
        </pc:sldMkLst>
      </pc:sldChg>
      <pc:sldChg chg="addSp delSp modSp mod">
        <pc:chgData name="Athar Hanif" userId="637796f9-402e-466c-bee6-7b78101107e2" providerId="ADAL" clId="{AA1DC7B2-B6A4-4EF4-9DAF-47E380A852CD}" dt="2023-11-15T16:05:14.662" v="831" actId="20577"/>
        <pc:sldMkLst>
          <pc:docMk/>
          <pc:sldMk cId="1481927134" sldId="928"/>
        </pc:sldMkLst>
      </pc:sldChg>
      <pc:sldChg chg="addSp delSp modSp mod">
        <pc:chgData name="Athar Hanif" userId="637796f9-402e-466c-bee6-7b78101107e2" providerId="ADAL" clId="{AA1DC7B2-B6A4-4EF4-9DAF-47E380A852CD}" dt="2023-11-15T16:46:24.804" v="993" actId="1076"/>
        <pc:sldMkLst>
          <pc:docMk/>
          <pc:sldMk cId="3147394423" sldId="1547"/>
        </pc:sldMkLst>
      </pc:sldChg>
      <pc:sldChg chg="addSp delSp modSp mod">
        <pc:chgData name="Athar Hanif" userId="637796f9-402e-466c-bee6-7b78101107e2" providerId="ADAL" clId="{AA1DC7B2-B6A4-4EF4-9DAF-47E380A852CD}" dt="2023-11-15T15:41:09.058" v="558" actId="14100"/>
        <pc:sldMkLst>
          <pc:docMk/>
          <pc:sldMk cId="1793457047" sldId="1548"/>
        </pc:sldMkLst>
      </pc:sldChg>
      <pc:sldChg chg="addSp delSp modSp mod">
        <pc:chgData name="Athar Hanif" userId="637796f9-402e-466c-bee6-7b78101107e2" providerId="ADAL" clId="{AA1DC7B2-B6A4-4EF4-9DAF-47E380A852CD}" dt="2023-11-15T16:56:51.826" v="1366" actId="20577"/>
        <pc:sldMkLst>
          <pc:docMk/>
          <pc:sldMk cId="3827996873" sldId="1562"/>
        </pc:sldMkLst>
      </pc:sldChg>
      <pc:sldChg chg="addSp delSp modSp add mod">
        <pc:chgData name="Athar Hanif" userId="637796f9-402e-466c-bee6-7b78101107e2" providerId="ADAL" clId="{AA1DC7B2-B6A4-4EF4-9DAF-47E380A852CD}" dt="2023-11-15T17:01:32.083" v="1379" actId="27636"/>
        <pc:sldMkLst>
          <pc:docMk/>
          <pc:sldMk cId="2088571355" sldId="1563"/>
        </pc:sldMkLst>
      </pc:sldChg>
      <pc:sldChg chg="addSp delSp modSp add mod">
        <pc:chgData name="Athar Hanif" userId="637796f9-402e-466c-bee6-7b78101107e2" providerId="ADAL" clId="{AA1DC7B2-B6A4-4EF4-9DAF-47E380A852CD}" dt="2023-11-15T17:10:19.030" v="1403" actId="14100"/>
        <pc:sldMkLst>
          <pc:docMk/>
          <pc:sldMk cId="1181456357" sldId="1564"/>
        </pc:sldMkLst>
      </pc:sldChg>
      <pc:sldChg chg="addSp delSp modSp add mod">
        <pc:chgData name="Athar Hanif" userId="637796f9-402e-466c-bee6-7b78101107e2" providerId="ADAL" clId="{AA1DC7B2-B6A4-4EF4-9DAF-47E380A852CD}" dt="2023-11-15T17:14:31.561" v="1409" actId="27636"/>
        <pc:sldMkLst>
          <pc:docMk/>
          <pc:sldMk cId="3655332785" sldId="1565"/>
        </pc:sldMkLst>
      </pc:sldChg>
    </pc:docChg>
  </pc:docChgLst>
  <pc:docChgLst>
    <pc:chgData name="Safder, Ahmad" userId="c27f30d0-2d13-470b-bb49-43ace0670b2e" providerId="ADAL" clId="{4150D954-1DD3-4E06-9B73-B6C77693C63D}"/>
    <pc:docChg chg="custSel addSld delSld modSld">
      <pc:chgData name="Safder, Ahmad" userId="c27f30d0-2d13-470b-bb49-43ace0670b2e" providerId="ADAL" clId="{4150D954-1DD3-4E06-9B73-B6C77693C63D}" dt="2024-01-30T08:43:47.537" v="38" actId="1076"/>
      <pc:docMkLst>
        <pc:docMk/>
      </pc:docMkLst>
      <pc:sldChg chg="addSp modSp mod">
        <pc:chgData name="Safder, Ahmad" userId="c27f30d0-2d13-470b-bb49-43ace0670b2e" providerId="ADAL" clId="{4150D954-1DD3-4E06-9B73-B6C77693C63D}" dt="2024-01-30T08:43:47.537" v="38" actId="1076"/>
        <pc:sldMkLst>
          <pc:docMk/>
          <pc:sldMk cId="2741570640" sldId="1611"/>
        </pc:sldMkLst>
      </pc:sldChg>
      <pc:sldChg chg="mod modShow">
        <pc:chgData name="Safder, Ahmad" userId="c27f30d0-2d13-470b-bb49-43ace0670b2e" providerId="ADAL" clId="{4150D954-1DD3-4E06-9B73-B6C77693C63D}" dt="2024-01-30T08:40:43.637" v="13" actId="729"/>
        <pc:sldMkLst>
          <pc:docMk/>
          <pc:sldMk cId="3110608826" sldId="1618"/>
        </pc:sldMkLst>
      </pc:sldChg>
      <pc:sldChg chg="del">
        <pc:chgData name="Safder, Ahmad" userId="c27f30d0-2d13-470b-bb49-43ace0670b2e" providerId="ADAL" clId="{4150D954-1DD3-4E06-9B73-B6C77693C63D}" dt="2024-01-30T08:40:38.999" v="12" actId="47"/>
        <pc:sldMkLst>
          <pc:docMk/>
          <pc:sldMk cId="867330011" sldId="1619"/>
        </pc:sldMkLst>
      </pc:sldChg>
      <pc:sldChg chg="addSp delSp modSp new mod">
        <pc:chgData name="Safder, Ahmad" userId="c27f30d0-2d13-470b-bb49-43ace0670b2e" providerId="ADAL" clId="{4150D954-1DD3-4E06-9B73-B6C77693C63D}" dt="2024-01-30T08:40:29.603" v="11"/>
        <pc:sldMkLst>
          <pc:docMk/>
          <pc:sldMk cId="227673879" sldId="1625"/>
        </pc:sldMkLst>
      </pc:sldChg>
    </pc:docChg>
  </pc:docChgLst>
  <pc:docChgLst>
    <pc:chgData name="Safder, Ahmad" userId="c27f30d0-2d13-470b-bb49-43ace0670b2e" providerId="ADAL" clId="{9FD42C54-F464-47EC-8D12-198A43D2D166}"/>
    <pc:docChg chg="undo custSel addSld delSld modSld">
      <pc:chgData name="Safder, Ahmad" userId="c27f30d0-2d13-470b-bb49-43ace0670b2e" providerId="ADAL" clId="{9FD42C54-F464-47EC-8D12-198A43D2D166}" dt="2023-11-16T13:46:43.159" v="3525" actId="20577"/>
      <pc:docMkLst>
        <pc:docMk/>
      </pc:docMkLst>
      <pc:sldChg chg="addSp delSp modSp mod">
        <pc:chgData name="Safder, Ahmad" userId="c27f30d0-2d13-470b-bb49-43ace0670b2e" providerId="ADAL" clId="{9FD42C54-F464-47EC-8D12-198A43D2D166}" dt="2023-11-16T05:31:10.209" v="2115" actId="20577"/>
        <pc:sldMkLst>
          <pc:docMk/>
          <pc:sldMk cId="3123364226" sldId="291"/>
        </pc:sldMkLst>
      </pc:sldChg>
      <pc:sldChg chg="modSp add mod">
        <pc:chgData name="Safder, Ahmad" userId="c27f30d0-2d13-470b-bb49-43ace0670b2e" providerId="ADAL" clId="{9FD42C54-F464-47EC-8D12-198A43D2D166}" dt="2023-11-16T13:46:43.159" v="3525" actId="20577"/>
        <pc:sldMkLst>
          <pc:docMk/>
          <pc:sldMk cId="330696844" sldId="301"/>
        </pc:sldMkLst>
      </pc:sldChg>
      <pc:sldChg chg="del">
        <pc:chgData name="Safder, Ahmad" userId="c27f30d0-2d13-470b-bb49-43ace0670b2e" providerId="ADAL" clId="{9FD42C54-F464-47EC-8D12-198A43D2D166}" dt="2023-11-16T05:44:00.182" v="3195" actId="2696"/>
        <pc:sldMkLst>
          <pc:docMk/>
          <pc:sldMk cId="2040366302" sldId="301"/>
        </pc:sldMkLst>
      </pc:sldChg>
      <pc:sldChg chg="addSp modSp mod">
        <pc:chgData name="Safder, Ahmad" userId="c27f30d0-2d13-470b-bb49-43ace0670b2e" providerId="ADAL" clId="{9FD42C54-F464-47EC-8D12-198A43D2D166}" dt="2023-11-16T05:43:40.044" v="3194" actId="20577"/>
        <pc:sldMkLst>
          <pc:docMk/>
          <pc:sldMk cId="4167097377" sldId="303"/>
        </pc:sldMkLst>
      </pc:sldChg>
      <pc:sldChg chg="del mod modShow">
        <pc:chgData name="Safder, Ahmad" userId="c27f30d0-2d13-470b-bb49-43ace0670b2e" providerId="ADAL" clId="{9FD42C54-F464-47EC-8D12-198A43D2D166}" dt="2023-11-16T05:11:57.896" v="1100" actId="47"/>
        <pc:sldMkLst>
          <pc:docMk/>
          <pc:sldMk cId="3213752900" sldId="333"/>
        </pc:sldMkLst>
      </pc:sldChg>
      <pc:sldChg chg="modSp mod modAnim">
        <pc:chgData name="Safder, Ahmad" userId="c27f30d0-2d13-470b-bb49-43ace0670b2e" providerId="ADAL" clId="{9FD42C54-F464-47EC-8D12-198A43D2D166}" dt="2023-11-16T04:15:28.609" v="64"/>
        <pc:sldMkLst>
          <pc:docMk/>
          <pc:sldMk cId="352397442" sldId="921"/>
        </pc:sldMkLst>
      </pc:sldChg>
      <pc:sldChg chg="addSp delSp modSp add mod setBg delDesignElem">
        <pc:chgData name="Safder, Ahmad" userId="c27f30d0-2d13-470b-bb49-43ace0670b2e" providerId="ADAL" clId="{9FD42C54-F464-47EC-8D12-198A43D2D166}" dt="2023-11-16T13:31:23.728" v="3505" actId="1076"/>
        <pc:sldMkLst>
          <pc:docMk/>
          <pc:sldMk cId="1750547775" sldId="1416"/>
        </pc:sldMkLst>
      </pc:sldChg>
      <pc:sldChg chg="addSp delSp modSp add mod">
        <pc:chgData name="Safder, Ahmad" userId="c27f30d0-2d13-470b-bb49-43ace0670b2e" providerId="ADAL" clId="{9FD42C54-F464-47EC-8D12-198A43D2D166}" dt="2023-11-16T04:50:28.349" v="742" actId="14100"/>
        <pc:sldMkLst>
          <pc:docMk/>
          <pc:sldMk cId="1914825974" sldId="1429"/>
        </pc:sldMkLst>
      </pc:sldChg>
      <pc:sldChg chg="addSp delSp modSp add mod">
        <pc:chgData name="Safder, Ahmad" userId="c27f30d0-2d13-470b-bb49-43ace0670b2e" providerId="ADAL" clId="{9FD42C54-F464-47EC-8D12-198A43D2D166}" dt="2023-11-16T05:33:13.254" v="2124" actId="20577"/>
        <pc:sldMkLst>
          <pc:docMk/>
          <pc:sldMk cId="232147622" sldId="1452"/>
        </pc:sldMkLst>
      </pc:sldChg>
      <pc:sldChg chg="addSp delSp modSp mod">
        <pc:chgData name="Safder, Ahmad" userId="c27f30d0-2d13-470b-bb49-43ace0670b2e" providerId="ADAL" clId="{9FD42C54-F464-47EC-8D12-198A43D2D166}" dt="2023-11-16T05:34:41.660" v="2131" actId="1076"/>
        <pc:sldMkLst>
          <pc:docMk/>
          <pc:sldMk cId="2611377191" sldId="1566"/>
        </pc:sldMkLst>
      </pc:sldChg>
      <pc:sldChg chg="addSp delSp modSp new mod">
        <pc:chgData name="Safder, Ahmad" userId="c27f30d0-2d13-470b-bb49-43ace0670b2e" providerId="ADAL" clId="{9FD42C54-F464-47EC-8D12-198A43D2D166}" dt="2023-11-16T04:50:58.600" v="845" actId="14100"/>
        <pc:sldMkLst>
          <pc:docMk/>
          <pc:sldMk cId="4267166677" sldId="1568"/>
        </pc:sldMkLst>
      </pc:sldChg>
      <pc:sldChg chg="delSp modSp new mod">
        <pc:chgData name="Safder, Ahmad" userId="c27f30d0-2d13-470b-bb49-43ace0670b2e" providerId="ADAL" clId="{9FD42C54-F464-47EC-8D12-198A43D2D166}" dt="2023-11-16T04:55:07.030" v="904" actId="478"/>
        <pc:sldMkLst>
          <pc:docMk/>
          <pc:sldMk cId="1781600920" sldId="1569"/>
        </pc:sldMkLst>
      </pc:sldChg>
      <pc:sldChg chg="addSp delSp modSp new del mod">
        <pc:chgData name="Safder, Ahmad" userId="c27f30d0-2d13-470b-bb49-43ace0670b2e" providerId="ADAL" clId="{9FD42C54-F464-47EC-8D12-198A43D2D166}" dt="2023-11-16T04:54:18.973" v="850" actId="47"/>
        <pc:sldMkLst>
          <pc:docMk/>
          <pc:sldMk cId="3606635154" sldId="1569"/>
        </pc:sldMkLst>
      </pc:sldChg>
      <pc:sldChg chg="addSp delSp modSp new mod setBg">
        <pc:chgData name="Safder, Ahmad" userId="c27f30d0-2d13-470b-bb49-43ace0670b2e" providerId="ADAL" clId="{9FD42C54-F464-47EC-8D12-198A43D2D166}" dt="2023-11-16T05:58:48.071" v="3432" actId="27636"/>
        <pc:sldMkLst>
          <pc:docMk/>
          <pc:sldMk cId="2902324318" sldId="1570"/>
        </pc:sldMkLst>
      </pc:sldChg>
      <pc:sldChg chg="new del">
        <pc:chgData name="Safder, Ahmad" userId="c27f30d0-2d13-470b-bb49-43ace0670b2e" providerId="ADAL" clId="{9FD42C54-F464-47EC-8D12-198A43D2D166}" dt="2023-11-16T05:12:16.469" v="1102" actId="47"/>
        <pc:sldMkLst>
          <pc:docMk/>
          <pc:sldMk cId="3835579686" sldId="1570"/>
        </pc:sldMkLst>
      </pc:sldChg>
      <pc:sldChg chg="modSp new mod">
        <pc:chgData name="Safder, Ahmad" userId="c27f30d0-2d13-470b-bb49-43ace0670b2e" providerId="ADAL" clId="{9FD42C54-F464-47EC-8D12-198A43D2D166}" dt="2023-11-16T13:26:09.177" v="3484" actId="20577"/>
        <pc:sldMkLst>
          <pc:docMk/>
          <pc:sldMk cId="483654929" sldId="1571"/>
        </pc:sldMkLst>
      </pc:sldChg>
    </pc:docChg>
  </pc:docChgLst>
  <pc:docChgLst>
    <pc:chgData name="Safder, Ahmad Hussain" userId="c27f30d0-2d13-470b-bb49-43ace0670b2e" providerId="ADAL" clId="{D5FC5819-6C11-4F46-8FAE-39F9032E71F8}"/>
    <pc:docChg chg="undo custSel addSld delSld modSld sldOrd">
      <pc:chgData name="Safder, Ahmad Hussain" userId="c27f30d0-2d13-470b-bb49-43ace0670b2e" providerId="ADAL" clId="{D5FC5819-6C11-4F46-8FAE-39F9032E71F8}" dt="2025-09-17T15:01:27.554" v="3348" actId="47"/>
      <pc:docMkLst>
        <pc:docMk/>
      </pc:docMkLst>
      <pc:sldChg chg="addSp delSp modSp add mod">
        <pc:chgData name="Safder, Ahmad Hussain" userId="c27f30d0-2d13-470b-bb49-43ace0670b2e" providerId="ADAL" clId="{D5FC5819-6C11-4F46-8FAE-39F9032E71F8}" dt="2025-09-16T20:20:13.884" v="2333" actId="20577"/>
        <pc:sldMkLst>
          <pc:docMk/>
          <pc:sldMk cId="2660240852" sldId="289"/>
        </pc:sldMkLst>
      </pc:sldChg>
      <pc:sldChg chg="addSp delSp modSp add del mod">
        <pc:chgData name="Safder, Ahmad Hussain" userId="c27f30d0-2d13-470b-bb49-43ace0670b2e" providerId="ADAL" clId="{D5FC5819-6C11-4F46-8FAE-39F9032E71F8}" dt="2025-09-16T20:20:10.027" v="2331" actId="47"/>
        <pc:sldMkLst>
          <pc:docMk/>
          <pc:sldMk cId="1174999481" sldId="290"/>
        </pc:sldMkLst>
      </pc:sldChg>
      <pc:sldChg chg="del">
        <pc:chgData name="Safder, Ahmad Hussain" userId="c27f30d0-2d13-470b-bb49-43ace0670b2e" providerId="ADAL" clId="{D5FC5819-6C11-4F46-8FAE-39F9032E71F8}" dt="2025-09-16T19:24:56.666" v="347" actId="47"/>
        <pc:sldMkLst>
          <pc:docMk/>
          <pc:sldMk cId="1996110541" sldId="311"/>
        </pc:sldMkLst>
      </pc:sldChg>
      <pc:sldChg chg="del">
        <pc:chgData name="Safder, Ahmad Hussain" userId="c27f30d0-2d13-470b-bb49-43ace0670b2e" providerId="ADAL" clId="{D5FC5819-6C11-4F46-8FAE-39F9032E71F8}" dt="2025-09-16T19:07:36.018" v="1" actId="47"/>
        <pc:sldMkLst>
          <pc:docMk/>
          <pc:sldMk cId="636050534" sldId="322"/>
        </pc:sldMkLst>
      </pc:sldChg>
      <pc:sldChg chg="del">
        <pc:chgData name="Safder, Ahmad Hussain" userId="c27f30d0-2d13-470b-bb49-43ace0670b2e" providerId="ADAL" clId="{D5FC5819-6C11-4F46-8FAE-39F9032E71F8}" dt="2025-09-16T19:45:06.921" v="987" actId="47"/>
        <pc:sldMkLst>
          <pc:docMk/>
          <pc:sldMk cId="759405729" sldId="1636"/>
        </pc:sldMkLst>
      </pc:sldChg>
      <pc:sldChg chg="del">
        <pc:chgData name="Safder, Ahmad Hussain" userId="c27f30d0-2d13-470b-bb49-43ace0670b2e" providerId="ADAL" clId="{D5FC5819-6C11-4F46-8FAE-39F9032E71F8}" dt="2025-09-16T19:07:39.491" v="2" actId="47"/>
        <pc:sldMkLst>
          <pc:docMk/>
          <pc:sldMk cId="242153602" sldId="1637"/>
        </pc:sldMkLst>
      </pc:sldChg>
      <pc:sldChg chg="addSp delSp modSp mod">
        <pc:chgData name="Safder, Ahmad Hussain" userId="c27f30d0-2d13-470b-bb49-43ace0670b2e" providerId="ADAL" clId="{D5FC5819-6C11-4F46-8FAE-39F9032E71F8}" dt="2025-09-16T20:44:32.929" v="3111" actId="20577"/>
        <pc:sldMkLst>
          <pc:docMk/>
          <pc:sldMk cId="3721286566" sldId="1639"/>
        </pc:sldMkLst>
      </pc:sldChg>
      <pc:sldChg chg="del">
        <pc:chgData name="Safder, Ahmad Hussain" userId="c27f30d0-2d13-470b-bb49-43ace0670b2e" providerId="ADAL" clId="{D5FC5819-6C11-4F46-8FAE-39F9032E71F8}" dt="2025-09-16T19:36:08.878" v="853" actId="47"/>
        <pc:sldMkLst>
          <pc:docMk/>
          <pc:sldMk cId="814462213" sldId="1640"/>
        </pc:sldMkLst>
      </pc:sldChg>
      <pc:sldChg chg="modSp mod">
        <pc:chgData name="Safder, Ahmad Hussain" userId="c27f30d0-2d13-470b-bb49-43ace0670b2e" providerId="ADAL" clId="{D5FC5819-6C11-4F46-8FAE-39F9032E71F8}" dt="2025-09-16T19:42:17.101" v="986" actId="20577"/>
        <pc:sldMkLst>
          <pc:docMk/>
          <pc:sldMk cId="385296359" sldId="1641"/>
        </pc:sldMkLst>
      </pc:sldChg>
      <pc:sldChg chg="add del">
        <pc:chgData name="Safder, Ahmad Hussain" userId="c27f30d0-2d13-470b-bb49-43ace0670b2e" providerId="ADAL" clId="{D5FC5819-6C11-4F46-8FAE-39F9032E71F8}" dt="2025-09-16T19:40:50.003" v="915" actId="47"/>
        <pc:sldMkLst>
          <pc:docMk/>
          <pc:sldMk cId="883762518" sldId="1642"/>
        </pc:sldMkLst>
      </pc:sldChg>
      <pc:sldChg chg="add del">
        <pc:chgData name="Safder, Ahmad Hussain" userId="c27f30d0-2d13-470b-bb49-43ace0670b2e" providerId="ADAL" clId="{D5FC5819-6C11-4F46-8FAE-39F9032E71F8}" dt="2025-09-16T19:40:49.162" v="914" actId="47"/>
        <pc:sldMkLst>
          <pc:docMk/>
          <pc:sldMk cId="977765731" sldId="1643"/>
        </pc:sldMkLst>
      </pc:sldChg>
      <pc:sldChg chg="add del">
        <pc:chgData name="Safder, Ahmad Hussain" userId="c27f30d0-2d13-470b-bb49-43ace0670b2e" providerId="ADAL" clId="{D5FC5819-6C11-4F46-8FAE-39F9032E71F8}" dt="2025-09-16T19:40:48.154" v="913" actId="47"/>
        <pc:sldMkLst>
          <pc:docMk/>
          <pc:sldMk cId="2636809022" sldId="1644"/>
        </pc:sldMkLst>
      </pc:sldChg>
      <pc:sldChg chg="add del">
        <pc:chgData name="Safder, Ahmad Hussain" userId="c27f30d0-2d13-470b-bb49-43ace0670b2e" providerId="ADAL" clId="{D5FC5819-6C11-4F46-8FAE-39F9032E71F8}" dt="2025-09-16T19:40:47.144" v="912" actId="47"/>
        <pc:sldMkLst>
          <pc:docMk/>
          <pc:sldMk cId="1378164901" sldId="1645"/>
        </pc:sldMkLst>
      </pc:sldChg>
      <pc:sldChg chg="addSp delSp modSp add mod">
        <pc:chgData name="Safder, Ahmad Hussain" userId="c27f30d0-2d13-470b-bb49-43ace0670b2e" providerId="ADAL" clId="{D5FC5819-6C11-4F46-8FAE-39F9032E71F8}" dt="2025-09-16T19:39:56.592" v="878" actId="20577"/>
        <pc:sldMkLst>
          <pc:docMk/>
          <pc:sldMk cId="4202177073" sldId="1757"/>
        </pc:sldMkLst>
      </pc:sldChg>
      <pc:sldChg chg="modSp add del ord">
        <pc:chgData name="Safder, Ahmad Hussain" userId="c27f30d0-2d13-470b-bb49-43ace0670b2e" providerId="ADAL" clId="{D5FC5819-6C11-4F46-8FAE-39F9032E71F8}" dt="2025-09-16T19:36:05.997" v="852" actId="47"/>
        <pc:sldMkLst>
          <pc:docMk/>
          <pc:sldMk cId="1558880431" sldId="1764"/>
        </pc:sldMkLst>
      </pc:sldChg>
      <pc:sldChg chg="addSp delSp modSp add del mod">
        <pc:chgData name="Safder, Ahmad Hussain" userId="c27f30d0-2d13-470b-bb49-43ace0670b2e" providerId="ADAL" clId="{D5FC5819-6C11-4F46-8FAE-39F9032E71F8}" dt="2025-09-16T19:47:37.800" v="988" actId="47"/>
        <pc:sldMkLst>
          <pc:docMk/>
          <pc:sldMk cId="2134206416" sldId="1775"/>
        </pc:sldMkLst>
      </pc:sldChg>
      <pc:sldChg chg="addSp delSp modSp add del mod">
        <pc:chgData name="Safder, Ahmad Hussain" userId="c27f30d0-2d13-470b-bb49-43ace0670b2e" providerId="ADAL" clId="{D5FC5819-6C11-4F46-8FAE-39F9032E71F8}" dt="2025-09-16T19:39:17.748" v="856" actId="47"/>
        <pc:sldMkLst>
          <pc:docMk/>
          <pc:sldMk cId="3612858215" sldId="1776"/>
        </pc:sldMkLst>
      </pc:sldChg>
      <pc:sldChg chg="addSp delSp modSp new add del mod modShow">
        <pc:chgData name="Safder, Ahmad Hussain" userId="c27f30d0-2d13-470b-bb49-43ace0670b2e" providerId="ADAL" clId="{D5FC5819-6C11-4F46-8FAE-39F9032E71F8}" dt="2025-09-17T15:01:27.554" v="3348" actId="47"/>
        <pc:sldMkLst>
          <pc:docMk/>
          <pc:sldMk cId="1283299121" sldId="1777"/>
        </pc:sldMkLst>
      </pc:sldChg>
      <pc:sldChg chg="addSp delSp modSp new del mod">
        <pc:chgData name="Safder, Ahmad Hussain" userId="c27f30d0-2d13-470b-bb49-43ace0670b2e" providerId="ADAL" clId="{D5FC5819-6C11-4F46-8FAE-39F9032E71F8}" dt="2025-09-16T19:21:39.906" v="329" actId="47"/>
        <pc:sldMkLst>
          <pc:docMk/>
          <pc:sldMk cId="2751974345" sldId="1777"/>
        </pc:sldMkLst>
      </pc:sldChg>
      <pc:sldChg chg="addSp delSp modSp add mod">
        <pc:chgData name="Safder, Ahmad Hussain" userId="c27f30d0-2d13-470b-bb49-43ace0670b2e" providerId="ADAL" clId="{D5FC5819-6C11-4F46-8FAE-39F9032E71F8}" dt="2025-09-16T20:23:10.792" v="2550" actId="20577"/>
        <pc:sldMkLst>
          <pc:docMk/>
          <pc:sldMk cId="84001706" sldId="1778"/>
        </pc:sldMkLst>
      </pc:sldChg>
      <pc:sldChg chg="add del">
        <pc:chgData name="Safder, Ahmad Hussain" userId="c27f30d0-2d13-470b-bb49-43ace0670b2e" providerId="ADAL" clId="{D5FC5819-6C11-4F46-8FAE-39F9032E71F8}" dt="2025-09-16T19:39:18.480" v="857" actId="47"/>
        <pc:sldMkLst>
          <pc:docMk/>
          <pc:sldMk cId="3471327557" sldId="1778"/>
        </pc:sldMkLst>
      </pc:sldChg>
      <pc:sldChg chg="addSp delSp modSp new mod">
        <pc:chgData name="Safder, Ahmad Hussain" userId="c27f30d0-2d13-470b-bb49-43ace0670b2e" providerId="ADAL" clId="{D5FC5819-6C11-4F46-8FAE-39F9032E71F8}" dt="2025-09-16T20:33:47.157" v="2908" actId="20577"/>
        <pc:sldMkLst>
          <pc:docMk/>
          <pc:sldMk cId="1038003370" sldId="1779"/>
        </pc:sldMkLst>
      </pc:sldChg>
      <pc:sldChg chg="modSp new del mod">
        <pc:chgData name="Safder, Ahmad Hussain" userId="c27f30d0-2d13-470b-bb49-43ace0670b2e" providerId="ADAL" clId="{D5FC5819-6C11-4F46-8FAE-39F9032E71F8}" dt="2025-09-16T20:09:09.893" v="1866" actId="47"/>
        <pc:sldMkLst>
          <pc:docMk/>
          <pc:sldMk cId="1243368442" sldId="1779"/>
        </pc:sldMkLst>
      </pc:sldChg>
      <pc:sldChg chg="add del">
        <pc:chgData name="Safder, Ahmad Hussain" userId="c27f30d0-2d13-470b-bb49-43ace0670b2e" providerId="ADAL" clId="{D5FC5819-6C11-4F46-8FAE-39F9032E71F8}" dt="2025-09-16T19:39:19.119" v="858" actId="47"/>
        <pc:sldMkLst>
          <pc:docMk/>
          <pc:sldMk cId="3289060784" sldId="1779"/>
        </pc:sldMkLst>
      </pc:sldChg>
      <pc:sldChg chg="modSp new del mod">
        <pc:chgData name="Safder, Ahmad Hussain" userId="c27f30d0-2d13-470b-bb49-43ace0670b2e" providerId="ADAL" clId="{D5FC5819-6C11-4F46-8FAE-39F9032E71F8}" dt="2025-09-16T20:19:04.596" v="2330" actId="47"/>
        <pc:sldMkLst>
          <pc:docMk/>
          <pc:sldMk cId="786320075" sldId="1780"/>
        </pc:sldMkLst>
      </pc:sldChg>
      <pc:sldChg chg="addSp delSp modSp new del mod">
        <pc:chgData name="Safder, Ahmad Hussain" userId="c27f30d0-2d13-470b-bb49-43ace0670b2e" providerId="ADAL" clId="{D5FC5819-6C11-4F46-8FAE-39F9032E71F8}" dt="2025-09-16T20:21:53.142" v="2438" actId="47"/>
        <pc:sldMkLst>
          <pc:docMk/>
          <pc:sldMk cId="2762309207" sldId="1780"/>
        </pc:sldMkLst>
      </pc:sldChg>
      <pc:sldChg chg="addSp delSp modSp new mod">
        <pc:chgData name="Safder, Ahmad Hussain" userId="c27f30d0-2d13-470b-bb49-43ace0670b2e" providerId="ADAL" clId="{D5FC5819-6C11-4F46-8FAE-39F9032E71F8}" dt="2025-09-16T20:51:27.354" v="3346" actId="20577"/>
        <pc:sldMkLst>
          <pc:docMk/>
          <pc:sldMk cId="2874193408" sldId="1780"/>
        </pc:sldMkLst>
      </pc:sldChg>
      <pc:sldChg chg="addSp modSp add mod">
        <pc:chgData name="Safder, Ahmad Hussain" userId="c27f30d0-2d13-470b-bb49-43ace0670b2e" providerId="ADAL" clId="{D5FC5819-6C11-4F46-8FAE-39F9032E71F8}" dt="2025-09-16T20:42:46.372" v="2959" actId="20577"/>
        <pc:sldMkLst>
          <pc:docMk/>
          <pc:sldMk cId="86463810" sldId="1781"/>
        </pc:sldMkLst>
      </pc:sldChg>
      <pc:sldChg chg="new del">
        <pc:chgData name="Safder, Ahmad Hussain" userId="c27f30d0-2d13-470b-bb49-43ace0670b2e" providerId="ADAL" clId="{D5FC5819-6C11-4F46-8FAE-39F9032E71F8}" dt="2025-09-16T20:44:42.280" v="3112" actId="47"/>
        <pc:sldMkLst>
          <pc:docMk/>
          <pc:sldMk cId="1938526372" sldId="1782"/>
        </pc:sldMkLst>
      </pc:sldChg>
      <pc:sldChg chg="modSp new del mod">
        <pc:chgData name="Safder, Ahmad Hussain" userId="c27f30d0-2d13-470b-bb49-43ace0670b2e" providerId="ADAL" clId="{D5FC5819-6C11-4F46-8FAE-39F9032E71F8}" dt="2025-09-16T20:44:45.176" v="3113" actId="47"/>
        <pc:sldMkLst>
          <pc:docMk/>
          <pc:sldMk cId="797125583" sldId="1783"/>
        </pc:sldMkLst>
      </pc:sldChg>
    </pc:docChg>
  </pc:docChgLst>
  <pc:docChgLst>
    <pc:chgData name="Safder, Ahmad Hussain" userId="c27f30d0-2d13-470b-bb49-43ace0670b2e" providerId="ADAL" clId="{09CE050E-2B2C-4AAC-A309-BC399F97BE58}"/>
    <pc:docChg chg="modSld">
      <pc:chgData name="Safder, Ahmad Hussain" userId="c27f30d0-2d13-470b-bb49-43ace0670b2e" providerId="ADAL" clId="{09CE050E-2B2C-4AAC-A309-BC399F97BE58}" dt="2025-09-11T18:29:20.832" v="1"/>
      <pc:docMkLst>
        <pc:docMk/>
      </pc:docMkLst>
      <pc:sldChg chg="addSp">
        <pc:chgData name="Safder, Ahmad Hussain" userId="c27f30d0-2d13-470b-bb49-43ace0670b2e" providerId="ADAL" clId="{09CE050E-2B2C-4AAC-A309-BC399F97BE58}" dt="2025-09-11T18:10:58.098" v="0"/>
        <pc:sldMkLst>
          <pc:docMk/>
          <pc:sldMk cId="1996110541" sldId="311"/>
        </pc:sldMkLst>
      </pc:sldChg>
      <pc:sldChg chg="addSp">
        <pc:chgData name="Safder, Ahmad Hussain" userId="c27f30d0-2d13-470b-bb49-43ace0670b2e" providerId="ADAL" clId="{09CE050E-2B2C-4AAC-A309-BC399F97BE58}" dt="2025-09-11T18:10:58.098" v="0"/>
        <pc:sldMkLst>
          <pc:docMk/>
          <pc:sldMk cId="636050534" sldId="322"/>
        </pc:sldMkLst>
      </pc:sldChg>
      <pc:sldChg chg="addSp">
        <pc:chgData name="Safder, Ahmad Hussain" userId="c27f30d0-2d13-470b-bb49-43ace0670b2e" providerId="ADAL" clId="{09CE050E-2B2C-4AAC-A309-BC399F97BE58}" dt="2025-09-11T18:29:20.832" v="1"/>
        <pc:sldMkLst>
          <pc:docMk/>
          <pc:sldMk cId="242153602" sldId="1637"/>
        </pc:sldMkLst>
      </pc:sldChg>
      <pc:sldChg chg="addSp">
        <pc:chgData name="Safder, Ahmad Hussain" userId="c27f30d0-2d13-470b-bb49-43ace0670b2e" providerId="ADAL" clId="{09CE050E-2B2C-4AAC-A309-BC399F97BE58}" dt="2025-09-11T18:29:20.832" v="1"/>
        <pc:sldMkLst>
          <pc:docMk/>
          <pc:sldMk cId="3721286566" sldId="1639"/>
        </pc:sldMkLst>
      </pc:sldChg>
    </pc:docChg>
  </pc:docChgLst>
  <pc:docChgLst>
    <pc:chgData name="Safder, Ahmad" userId="c27f30d0-2d13-470b-bb49-43ace0670b2e" providerId="ADAL" clId="{6F5D1B48-3C0C-42EF-8D81-FD8079295F02}"/>
    <pc:docChg chg="custSel addSld modSld">
      <pc:chgData name="Safder, Ahmad" userId="c27f30d0-2d13-470b-bb49-43ace0670b2e" providerId="ADAL" clId="{6F5D1B48-3C0C-42EF-8D81-FD8079295F02}" dt="2024-03-19T07:05:19.590" v="52" actId="20577"/>
      <pc:docMkLst>
        <pc:docMk/>
      </pc:docMkLst>
      <pc:sldChg chg="addSp delSp modSp new mod">
        <pc:chgData name="Safder, Ahmad" userId="c27f30d0-2d13-470b-bb49-43ace0670b2e" providerId="ADAL" clId="{6F5D1B48-3C0C-42EF-8D81-FD8079295F02}" dt="2024-03-19T07:05:19.590" v="52" actId="20577"/>
        <pc:sldMkLst>
          <pc:docMk/>
          <pc:sldMk cId="3512129210" sldId="1633"/>
        </pc:sldMkLst>
      </pc:sldChg>
    </pc:docChg>
  </pc:docChgLst>
  <pc:docChgLst>
    <pc:chgData name="Safder, Ahmad" userId="c27f30d0-2d13-470b-bb49-43ace0670b2e" providerId="ADAL" clId="{1D49764F-497D-4419-965E-7C8DDF1BAFBF}"/>
    <pc:docChg chg="undo custSel addSld delSld modSld">
      <pc:chgData name="Safder, Ahmad" userId="c27f30d0-2d13-470b-bb49-43ace0670b2e" providerId="ADAL" clId="{1D49764F-497D-4419-965E-7C8DDF1BAFBF}" dt="2024-01-09T16:19:21.127" v="484" actId="20577"/>
      <pc:docMkLst>
        <pc:docMk/>
      </pc:docMkLst>
      <pc:sldChg chg="add del">
        <pc:chgData name="Safder, Ahmad" userId="c27f30d0-2d13-470b-bb49-43ace0670b2e" providerId="ADAL" clId="{1D49764F-497D-4419-965E-7C8DDF1BAFBF}" dt="2024-01-09T03:19:08.105" v="25" actId="47"/>
        <pc:sldMkLst>
          <pc:docMk/>
          <pc:sldMk cId="2496742738" sldId="258"/>
        </pc:sldMkLst>
      </pc:sldChg>
      <pc:sldChg chg="del">
        <pc:chgData name="Safder, Ahmad" userId="c27f30d0-2d13-470b-bb49-43ace0670b2e" providerId="ADAL" clId="{1D49764F-497D-4419-965E-7C8DDF1BAFBF}" dt="2024-01-09T03:18:54.862" v="5" actId="47"/>
        <pc:sldMkLst>
          <pc:docMk/>
          <pc:sldMk cId="3181764578" sldId="265"/>
        </pc:sldMkLst>
      </pc:sldChg>
      <pc:sldChg chg="del">
        <pc:chgData name="Safder, Ahmad" userId="c27f30d0-2d13-470b-bb49-43ace0670b2e" providerId="ADAL" clId="{1D49764F-497D-4419-965E-7C8DDF1BAFBF}" dt="2024-01-09T03:18:54.862" v="5" actId="47"/>
        <pc:sldMkLst>
          <pc:docMk/>
          <pc:sldMk cId="101643411" sldId="266"/>
        </pc:sldMkLst>
      </pc:sldChg>
      <pc:sldChg chg="add del">
        <pc:chgData name="Safder, Ahmad" userId="c27f30d0-2d13-470b-bb49-43ace0670b2e" providerId="ADAL" clId="{1D49764F-497D-4419-965E-7C8DDF1BAFBF}" dt="2024-01-09T03:19:06.937" v="24" actId="47"/>
        <pc:sldMkLst>
          <pc:docMk/>
          <pc:sldMk cId="4279140301" sldId="268"/>
        </pc:sldMkLst>
      </pc:sldChg>
      <pc:sldChg chg="del">
        <pc:chgData name="Safder, Ahmad" userId="c27f30d0-2d13-470b-bb49-43ace0670b2e" providerId="ADAL" clId="{1D49764F-497D-4419-965E-7C8DDF1BAFBF}" dt="2024-01-09T03:18:59.720" v="13" actId="47"/>
        <pc:sldMkLst>
          <pc:docMk/>
          <pc:sldMk cId="1867503416" sldId="271"/>
        </pc:sldMkLst>
      </pc:sldChg>
      <pc:sldChg chg="del">
        <pc:chgData name="Safder, Ahmad" userId="c27f30d0-2d13-470b-bb49-43ace0670b2e" providerId="ADAL" clId="{1D49764F-497D-4419-965E-7C8DDF1BAFBF}" dt="2024-01-09T03:18:59.674" v="12" actId="47"/>
        <pc:sldMkLst>
          <pc:docMk/>
          <pc:sldMk cId="1044110493" sldId="272"/>
        </pc:sldMkLst>
      </pc:sldChg>
      <pc:sldChg chg="del">
        <pc:chgData name="Safder, Ahmad" userId="c27f30d0-2d13-470b-bb49-43ace0670b2e" providerId="ADAL" clId="{1D49764F-497D-4419-965E-7C8DDF1BAFBF}" dt="2024-01-09T03:18:59.539" v="8" actId="47"/>
        <pc:sldMkLst>
          <pc:docMk/>
          <pc:sldMk cId="2016347946" sldId="1567"/>
        </pc:sldMkLst>
      </pc:sldChg>
      <pc:sldChg chg="modSp mod">
        <pc:chgData name="Safder, Ahmad" userId="c27f30d0-2d13-470b-bb49-43ace0670b2e" providerId="ADAL" clId="{1D49764F-497D-4419-965E-7C8DDF1BAFBF}" dt="2024-01-09T16:19:21.127" v="484" actId="20577"/>
        <pc:sldMkLst>
          <pc:docMk/>
          <pc:sldMk cId="4235083382" sldId="1570"/>
        </pc:sldMkLst>
      </pc:sldChg>
      <pc:sldChg chg="add del">
        <pc:chgData name="Safder, Ahmad" userId="c27f30d0-2d13-470b-bb49-43ace0670b2e" providerId="ADAL" clId="{1D49764F-497D-4419-965E-7C8DDF1BAFBF}" dt="2024-01-09T03:19:02.255" v="19" actId="47"/>
        <pc:sldMkLst>
          <pc:docMk/>
          <pc:sldMk cId="1776711433" sldId="1574"/>
        </pc:sldMkLst>
      </pc:sldChg>
      <pc:sldChg chg="del">
        <pc:chgData name="Safder, Ahmad" userId="c27f30d0-2d13-470b-bb49-43ace0670b2e" providerId="ADAL" clId="{1D49764F-497D-4419-965E-7C8DDF1BAFBF}" dt="2024-01-09T03:18:47.042" v="4" actId="47"/>
        <pc:sldMkLst>
          <pc:docMk/>
          <pc:sldMk cId="812976826" sldId="1588"/>
        </pc:sldMkLst>
      </pc:sldChg>
      <pc:sldChg chg="del">
        <pc:chgData name="Safder, Ahmad" userId="c27f30d0-2d13-470b-bb49-43ace0670b2e" providerId="ADAL" clId="{1D49764F-497D-4419-965E-7C8DDF1BAFBF}" dt="2024-01-09T03:18:46.209" v="3" actId="47"/>
        <pc:sldMkLst>
          <pc:docMk/>
          <pc:sldMk cId="1864635072" sldId="1589"/>
        </pc:sldMkLst>
      </pc:sldChg>
      <pc:sldChg chg="del">
        <pc:chgData name="Safder, Ahmad" userId="c27f30d0-2d13-470b-bb49-43ace0670b2e" providerId="ADAL" clId="{1D49764F-497D-4419-965E-7C8DDF1BAFBF}" dt="2024-01-09T03:18:45.261" v="2" actId="47"/>
        <pc:sldMkLst>
          <pc:docMk/>
          <pc:sldMk cId="1310525933" sldId="1590"/>
        </pc:sldMkLst>
      </pc:sldChg>
      <pc:sldChg chg="del">
        <pc:chgData name="Safder, Ahmad" userId="c27f30d0-2d13-470b-bb49-43ace0670b2e" providerId="ADAL" clId="{1D49764F-497D-4419-965E-7C8DDF1BAFBF}" dt="2024-01-09T03:18:44.508" v="1" actId="47"/>
        <pc:sldMkLst>
          <pc:docMk/>
          <pc:sldMk cId="1744002375" sldId="1591"/>
        </pc:sldMkLst>
      </pc:sldChg>
      <pc:sldChg chg="del">
        <pc:chgData name="Safder, Ahmad" userId="c27f30d0-2d13-470b-bb49-43ace0670b2e" providerId="ADAL" clId="{1D49764F-497D-4419-965E-7C8DDF1BAFBF}" dt="2024-01-09T03:18:43.752" v="0" actId="47"/>
        <pc:sldMkLst>
          <pc:docMk/>
          <pc:sldMk cId="250371923" sldId="1592"/>
        </pc:sldMkLst>
      </pc:sldChg>
      <pc:sldChg chg="del">
        <pc:chgData name="Safder, Ahmad" userId="c27f30d0-2d13-470b-bb49-43ace0670b2e" providerId="ADAL" clId="{1D49764F-497D-4419-965E-7C8DDF1BAFBF}" dt="2024-01-09T03:18:59.635" v="11" actId="47"/>
        <pc:sldMkLst>
          <pc:docMk/>
          <pc:sldMk cId="3458705004" sldId="1593"/>
        </pc:sldMkLst>
      </pc:sldChg>
      <pc:sldChg chg="add del">
        <pc:chgData name="Safder, Ahmad" userId="c27f30d0-2d13-470b-bb49-43ace0670b2e" providerId="ADAL" clId="{1D49764F-497D-4419-965E-7C8DDF1BAFBF}" dt="2024-01-09T03:19:11.340" v="26" actId="47"/>
        <pc:sldMkLst>
          <pc:docMk/>
          <pc:sldMk cId="435222054" sldId="1594"/>
        </pc:sldMkLst>
      </pc:sldChg>
      <pc:sldChg chg="del">
        <pc:chgData name="Safder, Ahmad" userId="c27f30d0-2d13-470b-bb49-43ace0670b2e" providerId="ADAL" clId="{1D49764F-497D-4419-965E-7C8DDF1BAFBF}" dt="2024-01-09T03:18:54.862" v="5" actId="47"/>
        <pc:sldMkLst>
          <pc:docMk/>
          <pc:sldMk cId="2283542329" sldId="1595"/>
        </pc:sldMkLst>
      </pc:sldChg>
      <pc:sldChg chg="del">
        <pc:chgData name="Safder, Ahmad" userId="c27f30d0-2d13-470b-bb49-43ace0670b2e" providerId="ADAL" clId="{1D49764F-497D-4419-965E-7C8DDF1BAFBF}" dt="2024-01-09T03:18:59.604" v="10" actId="47"/>
        <pc:sldMkLst>
          <pc:docMk/>
          <pc:sldMk cId="1214038629" sldId="1596"/>
        </pc:sldMkLst>
      </pc:sldChg>
      <pc:sldChg chg="del">
        <pc:chgData name="Safder, Ahmad" userId="c27f30d0-2d13-470b-bb49-43ace0670b2e" providerId="ADAL" clId="{1D49764F-497D-4419-965E-7C8DDF1BAFBF}" dt="2024-01-09T03:18:59.593" v="9" actId="47"/>
        <pc:sldMkLst>
          <pc:docMk/>
          <pc:sldMk cId="3580074475" sldId="1597"/>
        </pc:sldMkLst>
      </pc:sldChg>
      <pc:sldChg chg="del">
        <pc:chgData name="Safder, Ahmad" userId="c27f30d0-2d13-470b-bb49-43ace0670b2e" providerId="ADAL" clId="{1D49764F-497D-4419-965E-7C8DDF1BAFBF}" dt="2024-01-09T03:18:59.009" v="6" actId="47"/>
        <pc:sldMkLst>
          <pc:docMk/>
          <pc:sldMk cId="1374952194" sldId="1598"/>
        </pc:sldMkLst>
      </pc:sldChg>
      <pc:sldChg chg="add del">
        <pc:chgData name="Safder, Ahmad" userId="c27f30d0-2d13-470b-bb49-43ace0670b2e" providerId="ADAL" clId="{1D49764F-497D-4419-965E-7C8DDF1BAFBF}" dt="2024-01-09T04:28:39.025" v="300" actId="47"/>
        <pc:sldMkLst>
          <pc:docMk/>
          <pc:sldMk cId="3636975495" sldId="1599"/>
        </pc:sldMkLst>
      </pc:sldChg>
      <pc:sldChg chg="addSp delSp modSp new mod">
        <pc:chgData name="Safder, Ahmad" userId="c27f30d0-2d13-470b-bb49-43ace0670b2e" providerId="ADAL" clId="{1D49764F-497D-4419-965E-7C8DDF1BAFBF}" dt="2024-01-09T04:34:19.895" v="341" actId="1076"/>
        <pc:sldMkLst>
          <pc:docMk/>
          <pc:sldMk cId="82124101" sldId="1600"/>
        </pc:sldMkLst>
      </pc:sldChg>
      <pc:sldChg chg="del">
        <pc:chgData name="Safder, Ahmad" userId="c27f30d0-2d13-470b-bb49-43ace0670b2e" providerId="ADAL" clId="{1D49764F-497D-4419-965E-7C8DDF1BAFBF}" dt="2024-01-09T03:18:59.506" v="7" actId="47"/>
        <pc:sldMkLst>
          <pc:docMk/>
          <pc:sldMk cId="1350179224" sldId="1600"/>
        </pc:sldMkLst>
      </pc:sldChg>
      <pc:sldChg chg="modSp new mod">
        <pc:chgData name="Safder, Ahmad" userId="c27f30d0-2d13-470b-bb49-43ace0670b2e" providerId="ADAL" clId="{1D49764F-497D-4419-965E-7C8DDF1BAFBF}" dt="2024-01-09T03:19:37.178" v="46" actId="20577"/>
        <pc:sldMkLst>
          <pc:docMk/>
          <pc:sldMk cId="1357856985" sldId="1601"/>
        </pc:sldMkLst>
      </pc:sldChg>
      <pc:sldChg chg="new del">
        <pc:chgData name="Safder, Ahmad" userId="c27f30d0-2d13-470b-bb49-43ace0670b2e" providerId="ADAL" clId="{1D49764F-497D-4419-965E-7C8DDF1BAFBF}" dt="2024-01-09T03:20:02.588" v="50" actId="47"/>
        <pc:sldMkLst>
          <pc:docMk/>
          <pc:sldMk cId="784917068" sldId="1602"/>
        </pc:sldMkLst>
      </pc:sldChg>
      <pc:sldChg chg="addSp delSp modSp new mod modAnim">
        <pc:chgData name="Safder, Ahmad" userId="c27f30d0-2d13-470b-bb49-43ace0670b2e" providerId="ADAL" clId="{1D49764F-497D-4419-965E-7C8DDF1BAFBF}" dt="2024-01-09T14:13:41.637" v="424" actId="20577"/>
        <pc:sldMkLst>
          <pc:docMk/>
          <pc:sldMk cId="3004222573" sldId="1602"/>
        </pc:sldMkLst>
      </pc:sldChg>
      <pc:sldChg chg="new del">
        <pc:chgData name="Safder, Ahmad" userId="c27f30d0-2d13-470b-bb49-43ace0670b2e" providerId="ADAL" clId="{1D49764F-497D-4419-965E-7C8DDF1BAFBF}" dt="2024-01-09T03:19:42.003" v="48" actId="47"/>
        <pc:sldMkLst>
          <pc:docMk/>
          <pc:sldMk cId="3015091876" sldId="1602"/>
        </pc:sldMkLst>
      </pc:sldChg>
      <pc:sldChg chg="addSp delSp modSp new mod">
        <pc:chgData name="Safder, Ahmad" userId="c27f30d0-2d13-470b-bb49-43ace0670b2e" providerId="ADAL" clId="{1D49764F-497D-4419-965E-7C8DDF1BAFBF}" dt="2024-01-09T03:25:23.504" v="157" actId="20577"/>
        <pc:sldMkLst>
          <pc:docMk/>
          <pc:sldMk cId="1409342041" sldId="1603"/>
        </pc:sldMkLst>
      </pc:sldChg>
      <pc:sldChg chg="addSp modSp new mod">
        <pc:chgData name="Safder, Ahmad" userId="c27f30d0-2d13-470b-bb49-43ace0670b2e" providerId="ADAL" clId="{1D49764F-497D-4419-965E-7C8DDF1BAFBF}" dt="2024-01-09T15:53:06.898" v="473" actId="115"/>
        <pc:sldMkLst>
          <pc:docMk/>
          <pc:sldMk cId="491974286" sldId="1604"/>
        </pc:sldMkLst>
      </pc:sldChg>
      <pc:sldChg chg="new del">
        <pc:chgData name="Safder, Ahmad" userId="c27f30d0-2d13-470b-bb49-43ace0670b2e" providerId="ADAL" clId="{1D49764F-497D-4419-965E-7C8DDF1BAFBF}" dt="2024-01-09T04:10:13.915" v="159" actId="47"/>
        <pc:sldMkLst>
          <pc:docMk/>
          <pc:sldMk cId="537414091" sldId="1604"/>
        </pc:sldMkLst>
      </pc:sldChg>
      <pc:sldChg chg="addSp delSp modSp new mod">
        <pc:chgData name="Safder, Ahmad" userId="c27f30d0-2d13-470b-bb49-43ace0670b2e" providerId="ADAL" clId="{1D49764F-497D-4419-965E-7C8DDF1BAFBF}" dt="2024-01-09T04:49:55.682" v="348" actId="1076"/>
        <pc:sldMkLst>
          <pc:docMk/>
          <pc:sldMk cId="3873799500" sldId="1605"/>
        </pc:sldMkLst>
      </pc:sldChg>
      <pc:sldChg chg="addSp modSp new mod">
        <pc:chgData name="Safder, Ahmad" userId="c27f30d0-2d13-470b-bb49-43ace0670b2e" providerId="ADAL" clId="{1D49764F-497D-4419-965E-7C8DDF1BAFBF}" dt="2024-01-09T05:22:07.744" v="353" actId="1076"/>
        <pc:sldMkLst>
          <pc:docMk/>
          <pc:sldMk cId="3405167847" sldId="1606"/>
        </pc:sldMkLst>
      </pc:sldChg>
      <pc:sldChg chg="new del">
        <pc:chgData name="Safder, Ahmad" userId="c27f30d0-2d13-470b-bb49-43ace0670b2e" providerId="ADAL" clId="{1D49764F-497D-4419-965E-7C8DDF1BAFBF}" dt="2024-01-09T04:26:49.154" v="292" actId="47"/>
        <pc:sldMkLst>
          <pc:docMk/>
          <pc:sldMk cId="3310093628" sldId="1607"/>
        </pc:sldMkLst>
      </pc:sldChg>
      <pc:sldChg chg="addSp delSp modSp new mod">
        <pc:chgData name="Safder, Ahmad" userId="c27f30d0-2d13-470b-bb49-43ace0670b2e" providerId="ADAL" clId="{1D49764F-497D-4419-965E-7C8DDF1BAFBF}" dt="2024-01-09T14:07:27.043" v="388" actId="27636"/>
        <pc:sldMkLst>
          <pc:docMk/>
          <pc:sldMk cId="1480047436" sldId="1608"/>
        </pc:sldMkLst>
      </pc:sldChg>
      <pc:sldChg chg="addSp delSp modSp new mod">
        <pc:chgData name="Safder, Ahmad" userId="c27f30d0-2d13-470b-bb49-43ace0670b2e" providerId="ADAL" clId="{1D49764F-497D-4419-965E-7C8DDF1BAFBF}" dt="2024-01-09T05:23:24.075" v="358" actId="403"/>
        <pc:sldMkLst>
          <pc:docMk/>
          <pc:sldMk cId="2379141805" sldId="1609"/>
        </pc:sldMkLst>
      </pc:sldChg>
      <pc:sldChg chg="modSp new mod">
        <pc:chgData name="Safder, Ahmad" userId="c27f30d0-2d13-470b-bb49-43ace0670b2e" providerId="ADAL" clId="{1D49764F-497D-4419-965E-7C8DDF1BAFBF}" dt="2024-01-09T05:25:09.706" v="369" actId="20577"/>
        <pc:sldMkLst>
          <pc:docMk/>
          <pc:sldMk cId="3345419922" sldId="1610"/>
        </pc:sldMkLst>
      </pc:sldChg>
    </pc:docChg>
  </pc:docChgLst>
  <pc:docChgLst>
    <pc:chgData name="Safder, Ahmad Hussain" userId="c27f30d0-2d13-470b-bb49-43ace0670b2e" providerId="ADAL" clId="{48514583-CA76-4AC7-A417-7E33ADF3977F}"/>
    <pc:docChg chg="undo custSel delSld modSld">
      <pc:chgData name="Safder, Ahmad Hussain" userId="c27f30d0-2d13-470b-bb49-43ace0670b2e" providerId="ADAL" clId="{48514583-CA76-4AC7-A417-7E33ADF3977F}" dt="2025-10-27T20:43:32.647" v="143" actId="20577"/>
      <pc:docMkLst>
        <pc:docMk/>
      </pc:docMkLst>
      <pc:sldChg chg="del">
        <pc:chgData name="Safder, Ahmad Hussain" userId="c27f30d0-2d13-470b-bb49-43ace0670b2e" providerId="ADAL" clId="{48514583-CA76-4AC7-A417-7E33ADF3977F}" dt="2025-10-27T20:42:26.312" v="1" actId="47"/>
        <pc:sldMkLst>
          <pc:docMk/>
          <pc:sldMk cId="2660240852" sldId="289"/>
        </pc:sldMkLst>
      </pc:sldChg>
      <pc:sldChg chg="modSp mod">
        <pc:chgData name="Safder, Ahmad Hussain" userId="c27f30d0-2d13-470b-bb49-43ace0670b2e" providerId="ADAL" clId="{48514583-CA76-4AC7-A417-7E33ADF3977F}" dt="2025-10-27T20:43:32.647" v="143" actId="20577"/>
        <pc:sldMkLst>
          <pc:docMk/>
          <pc:sldMk cId="518497748" sldId="1568"/>
        </pc:sldMkLst>
        <pc:spChg chg="mod">
          <ac:chgData name="Safder, Ahmad Hussain" userId="c27f30d0-2d13-470b-bb49-43ace0670b2e" providerId="ADAL" clId="{48514583-CA76-4AC7-A417-7E33ADF3977F}" dt="2025-10-27T20:43:32.647" v="143" actId="20577"/>
          <ac:spMkLst>
            <pc:docMk/>
            <pc:sldMk cId="518497748" sldId="1568"/>
            <ac:spMk id="2" creationId="{63012FBD-7ED9-D012-BD27-DC9DB74707CB}"/>
          </ac:spMkLst>
        </pc:spChg>
      </pc:sldChg>
      <pc:sldChg chg="del">
        <pc:chgData name="Safder, Ahmad Hussain" userId="c27f30d0-2d13-470b-bb49-43ace0670b2e" providerId="ADAL" clId="{48514583-CA76-4AC7-A417-7E33ADF3977F}" dt="2025-10-27T20:42:25.351" v="0" actId="47"/>
        <pc:sldMkLst>
          <pc:docMk/>
          <pc:sldMk cId="4202177073" sldId="1757"/>
        </pc:sldMkLst>
      </pc:sldChg>
      <pc:sldChg chg="del">
        <pc:chgData name="Safder, Ahmad Hussain" userId="c27f30d0-2d13-470b-bb49-43ace0670b2e" providerId="ADAL" clId="{48514583-CA76-4AC7-A417-7E33ADF3977F}" dt="2025-10-27T20:42:47.283" v="2" actId="47"/>
        <pc:sldMkLst>
          <pc:docMk/>
          <pc:sldMk cId="1283299121" sldId="1777"/>
        </pc:sldMkLst>
      </pc:sldChg>
    </pc:docChg>
  </pc:docChgLst>
  <pc:docChgLst>
    <pc:chgData name="Safder, Ahmad" userId="c27f30d0-2d13-470b-bb49-43ace0670b2e" providerId="ADAL" clId="{F5429A58-782C-49F6-A228-94EF28DB6CA5}"/>
    <pc:docChg chg="custSel modSld">
      <pc:chgData name="Safder, Ahmad" userId="c27f30d0-2d13-470b-bb49-43ace0670b2e" providerId="ADAL" clId="{F5429A58-782C-49F6-A228-94EF28DB6CA5}" dt="2023-11-16T20:42:38.416" v="6" actId="27636"/>
      <pc:docMkLst>
        <pc:docMk/>
      </pc:docMkLst>
      <pc:sldChg chg="modSp mod">
        <pc:chgData name="Safder, Ahmad" userId="c27f30d0-2d13-470b-bb49-43ace0670b2e" providerId="ADAL" clId="{F5429A58-782C-49F6-A228-94EF28DB6CA5}" dt="2023-11-16T20:42:38.386" v="4" actId="27636"/>
        <pc:sldMkLst>
          <pc:docMk/>
          <pc:sldMk cId="3123364226" sldId="291"/>
        </pc:sldMkLst>
      </pc:sldChg>
      <pc:sldChg chg="modSp mod">
        <pc:chgData name="Safder, Ahmad" userId="c27f30d0-2d13-470b-bb49-43ace0670b2e" providerId="ADAL" clId="{F5429A58-782C-49F6-A228-94EF28DB6CA5}" dt="2023-11-16T20:42:38.326" v="1" actId="27636"/>
        <pc:sldMkLst>
          <pc:docMk/>
          <pc:sldMk cId="330696844" sldId="301"/>
        </pc:sldMkLst>
      </pc:sldChg>
      <pc:sldChg chg="modSp mod">
        <pc:chgData name="Safder, Ahmad" userId="c27f30d0-2d13-470b-bb49-43ace0670b2e" providerId="ADAL" clId="{F5429A58-782C-49F6-A228-94EF28DB6CA5}" dt="2023-11-16T20:42:38.416" v="6" actId="27636"/>
        <pc:sldMkLst>
          <pc:docMk/>
          <pc:sldMk cId="4167097377" sldId="303"/>
        </pc:sldMkLst>
      </pc:sldChg>
      <pc:sldChg chg="modSp mod">
        <pc:chgData name="Safder, Ahmad" userId="c27f30d0-2d13-470b-bb49-43ace0670b2e" providerId="ADAL" clId="{F5429A58-782C-49F6-A228-94EF28DB6CA5}" dt="2023-11-16T20:42:38.336" v="2" actId="27636"/>
        <pc:sldMkLst>
          <pc:docMk/>
          <pc:sldMk cId="1820178960" sldId="922"/>
        </pc:sldMkLst>
      </pc:sldChg>
      <pc:sldChg chg="modSp mod">
        <pc:chgData name="Safder, Ahmad" userId="c27f30d0-2d13-470b-bb49-43ace0670b2e" providerId="ADAL" clId="{F5429A58-782C-49F6-A228-94EF28DB6CA5}" dt="2023-11-16T20:42:38.376" v="3" actId="27636"/>
        <pc:sldMkLst>
          <pc:docMk/>
          <pc:sldMk cId="2611377191" sldId="1566"/>
        </pc:sldMkLst>
      </pc:sldChg>
      <pc:sldChg chg="modSp mod">
        <pc:chgData name="Safder, Ahmad" userId="c27f30d0-2d13-470b-bb49-43ace0670b2e" providerId="ADAL" clId="{F5429A58-782C-49F6-A228-94EF28DB6CA5}" dt="2023-11-16T20:42:38.286" v="0" actId="27636"/>
        <pc:sldMkLst>
          <pc:docMk/>
          <pc:sldMk cId="4267166677" sldId="1568"/>
        </pc:sldMkLst>
      </pc:sldChg>
      <pc:sldChg chg="modSp mod">
        <pc:chgData name="Safder, Ahmad" userId="c27f30d0-2d13-470b-bb49-43ace0670b2e" providerId="ADAL" clId="{F5429A58-782C-49F6-A228-94EF28DB6CA5}" dt="2023-11-16T20:42:38.396" v="5" actId="27636"/>
        <pc:sldMkLst>
          <pc:docMk/>
          <pc:sldMk cId="2902324318" sldId="1570"/>
        </pc:sldMkLst>
      </pc:sldChg>
    </pc:docChg>
  </pc:docChgLst>
  <pc:docChgLst>
    <pc:chgData name="Safder, Ahmad" userId="c27f30d0-2d13-470b-bb49-43ace0670b2e" providerId="ADAL" clId="{A68AAA0D-E063-4E02-8117-F16163BD0449}"/>
    <pc:docChg chg="custSel addSld modSld">
      <pc:chgData name="Safder, Ahmad" userId="c27f30d0-2d13-470b-bb49-43ace0670b2e" providerId="ADAL" clId="{A68AAA0D-E063-4E02-8117-F16163BD0449}" dt="2024-01-02T19:59:33.718" v="407" actId="20577"/>
      <pc:docMkLst>
        <pc:docMk/>
      </pc:docMkLst>
      <pc:sldChg chg="addSp delSp modSp mod modAnim">
        <pc:chgData name="Safder, Ahmad" userId="c27f30d0-2d13-470b-bb49-43ace0670b2e" providerId="ADAL" clId="{A68AAA0D-E063-4E02-8117-F16163BD0449}" dt="2024-01-02T19:46:56.228" v="388"/>
        <pc:sldMkLst>
          <pc:docMk/>
          <pc:sldMk cId="49962924" sldId="1569"/>
        </pc:sldMkLst>
      </pc:sldChg>
      <pc:sldChg chg="addSp delSp modSp">
        <pc:chgData name="Safder, Ahmad" userId="c27f30d0-2d13-470b-bb49-43ace0670b2e" providerId="ADAL" clId="{A68AAA0D-E063-4E02-8117-F16163BD0449}" dt="2024-01-02T19:58:57.879" v="390"/>
        <pc:sldMkLst>
          <pc:docMk/>
          <pc:sldMk cId="250371923" sldId="1592"/>
        </pc:sldMkLst>
      </pc:sldChg>
      <pc:sldChg chg="addSp delSp modSp new mod">
        <pc:chgData name="Safder, Ahmad" userId="c27f30d0-2d13-470b-bb49-43ace0670b2e" providerId="ADAL" clId="{A68AAA0D-E063-4E02-8117-F16163BD0449}" dt="2024-01-02T19:59:33.718" v="407" actId="20577"/>
        <pc:sldMkLst>
          <pc:docMk/>
          <pc:sldMk cId="3636975495" sldId="1599"/>
        </pc:sldMkLst>
      </pc:sldChg>
    </pc:docChg>
  </pc:docChgLst>
  <pc:docChgLst>
    <pc:chgData name="Safder, Ahmad" userId="c27f30d0-2d13-470b-bb49-43ace0670b2e" providerId="ADAL" clId="{E867D963-CB8E-451D-BFEF-9C04C183EB0D}"/>
    <pc:docChg chg="undo redo custSel addSld delSld modSld sldOrd">
      <pc:chgData name="Safder, Ahmad" userId="c27f30d0-2d13-470b-bb49-43ace0670b2e" providerId="ADAL" clId="{E867D963-CB8E-451D-BFEF-9C04C183EB0D}" dt="2023-12-19T21:36:53.959" v="5172" actId="27636"/>
      <pc:docMkLst>
        <pc:docMk/>
      </pc:docMkLst>
      <pc:sldChg chg="del">
        <pc:chgData name="Safder, Ahmad" userId="c27f30d0-2d13-470b-bb49-43ace0670b2e" providerId="ADAL" clId="{E867D963-CB8E-451D-BFEF-9C04C183EB0D}" dt="2023-12-18T22:00:36.139" v="123" actId="47"/>
        <pc:sldMkLst>
          <pc:docMk/>
          <pc:sldMk cId="3123364226" sldId="291"/>
        </pc:sldMkLst>
      </pc:sldChg>
      <pc:sldChg chg="del">
        <pc:chgData name="Safder, Ahmad" userId="c27f30d0-2d13-470b-bb49-43ace0670b2e" providerId="ADAL" clId="{E867D963-CB8E-451D-BFEF-9C04C183EB0D}" dt="2023-12-19T04:57:24.037" v="4933" actId="47"/>
        <pc:sldMkLst>
          <pc:docMk/>
          <pc:sldMk cId="3523884546" sldId="302"/>
        </pc:sldMkLst>
      </pc:sldChg>
      <pc:sldChg chg="del">
        <pc:chgData name="Safder, Ahmad" userId="c27f30d0-2d13-470b-bb49-43ace0670b2e" providerId="ADAL" clId="{E867D963-CB8E-451D-BFEF-9C04C183EB0D}" dt="2023-12-19T04:57:25.054" v="4934" actId="47"/>
        <pc:sldMkLst>
          <pc:docMk/>
          <pc:sldMk cId="4167097377" sldId="303"/>
        </pc:sldMkLst>
      </pc:sldChg>
      <pc:sldChg chg="modSp mod">
        <pc:chgData name="Safder, Ahmad" userId="c27f30d0-2d13-470b-bb49-43ace0670b2e" providerId="ADAL" clId="{E867D963-CB8E-451D-BFEF-9C04C183EB0D}" dt="2023-12-19T19:55:49.125" v="5161" actId="20577"/>
        <pc:sldMkLst>
          <pc:docMk/>
          <pc:sldMk cId="2016347946" sldId="1567"/>
        </pc:sldMkLst>
      </pc:sldChg>
      <pc:sldChg chg="modSp mod">
        <pc:chgData name="Safder, Ahmad" userId="c27f30d0-2d13-470b-bb49-43ace0670b2e" providerId="ADAL" clId="{E867D963-CB8E-451D-BFEF-9C04C183EB0D}" dt="2023-12-18T22:25:02.850" v="624" actId="20577"/>
        <pc:sldMkLst>
          <pc:docMk/>
          <pc:sldMk cId="518497748" sldId="1568"/>
        </pc:sldMkLst>
      </pc:sldChg>
      <pc:sldChg chg="modSp mod ord">
        <pc:chgData name="Safder, Ahmad" userId="c27f30d0-2d13-470b-bb49-43ace0670b2e" providerId="ADAL" clId="{E867D963-CB8E-451D-BFEF-9C04C183EB0D}" dt="2023-12-19T21:36:53.959" v="5172" actId="27636"/>
        <pc:sldMkLst>
          <pc:docMk/>
          <pc:sldMk cId="49962924" sldId="1569"/>
        </pc:sldMkLst>
      </pc:sldChg>
      <pc:sldChg chg="ord">
        <pc:chgData name="Safder, Ahmad" userId="c27f30d0-2d13-470b-bb49-43ace0670b2e" providerId="ADAL" clId="{E867D963-CB8E-451D-BFEF-9C04C183EB0D}" dt="2023-12-18T22:00:16.153" v="122"/>
        <pc:sldMkLst>
          <pc:docMk/>
          <pc:sldMk cId="4235083382" sldId="1570"/>
        </pc:sldMkLst>
      </pc:sldChg>
      <pc:sldChg chg="del">
        <pc:chgData name="Safder, Ahmad" userId="c27f30d0-2d13-470b-bb49-43ace0670b2e" providerId="ADAL" clId="{E867D963-CB8E-451D-BFEF-9C04C183EB0D}" dt="2023-12-18T22:00:43.170" v="124" actId="47"/>
        <pc:sldMkLst>
          <pc:docMk/>
          <pc:sldMk cId="2924430757" sldId="1571"/>
        </pc:sldMkLst>
      </pc:sldChg>
      <pc:sldChg chg="del">
        <pc:chgData name="Safder, Ahmad" userId="c27f30d0-2d13-470b-bb49-43ace0670b2e" providerId="ADAL" clId="{E867D963-CB8E-451D-BFEF-9C04C183EB0D}" dt="2023-12-19T04:57:22.942" v="4932" actId="47"/>
        <pc:sldMkLst>
          <pc:docMk/>
          <pc:sldMk cId="866308594" sldId="1572"/>
        </pc:sldMkLst>
      </pc:sldChg>
      <pc:sldChg chg="modSp new mod modNotesTx">
        <pc:chgData name="Safder, Ahmad" userId="c27f30d0-2d13-470b-bb49-43ace0670b2e" providerId="ADAL" clId="{E867D963-CB8E-451D-BFEF-9C04C183EB0D}" dt="2023-12-18T22:42:00.555" v="1187" actId="20577"/>
        <pc:sldMkLst>
          <pc:docMk/>
          <pc:sldMk cId="1510400101" sldId="1573"/>
        </pc:sldMkLst>
      </pc:sldChg>
      <pc:sldChg chg="new del">
        <pc:chgData name="Safder, Ahmad" userId="c27f30d0-2d13-470b-bb49-43ace0670b2e" providerId="ADAL" clId="{E867D963-CB8E-451D-BFEF-9C04C183EB0D}" dt="2023-12-18T21:59:45.050" v="117" actId="47"/>
        <pc:sldMkLst>
          <pc:docMk/>
          <pc:sldMk cId="4031607166" sldId="1573"/>
        </pc:sldMkLst>
      </pc:sldChg>
      <pc:sldChg chg="addSp delSp modSp new mod">
        <pc:chgData name="Safder, Ahmad" userId="c27f30d0-2d13-470b-bb49-43ace0670b2e" providerId="ADAL" clId="{E867D963-CB8E-451D-BFEF-9C04C183EB0D}" dt="2023-12-18T22:17:22.657" v="608" actId="478"/>
        <pc:sldMkLst>
          <pc:docMk/>
          <pc:sldMk cId="1776711433" sldId="1574"/>
        </pc:sldMkLst>
      </pc:sldChg>
      <pc:sldChg chg="modSp new mod modNotesTx">
        <pc:chgData name="Safder, Ahmad" userId="c27f30d0-2d13-470b-bb49-43ace0670b2e" providerId="ADAL" clId="{E867D963-CB8E-451D-BFEF-9C04C183EB0D}" dt="2023-12-18T23:42:50.114" v="2320" actId="20577"/>
        <pc:sldMkLst>
          <pc:docMk/>
          <pc:sldMk cId="2214476726" sldId="1575"/>
        </pc:sldMkLst>
      </pc:sldChg>
      <pc:sldChg chg="modSp new mod">
        <pc:chgData name="Safder, Ahmad" userId="c27f30d0-2d13-470b-bb49-43ace0670b2e" providerId="ADAL" clId="{E867D963-CB8E-451D-BFEF-9C04C183EB0D}" dt="2023-12-19T02:40:51.229" v="3018" actId="1076"/>
        <pc:sldMkLst>
          <pc:docMk/>
          <pc:sldMk cId="1652467165" sldId="1576"/>
        </pc:sldMkLst>
      </pc:sldChg>
      <pc:sldChg chg="modSp new mod">
        <pc:chgData name="Safder, Ahmad" userId="c27f30d0-2d13-470b-bb49-43ace0670b2e" providerId="ADAL" clId="{E867D963-CB8E-451D-BFEF-9C04C183EB0D}" dt="2023-12-19T03:28:07.077" v="3830" actId="1076"/>
        <pc:sldMkLst>
          <pc:docMk/>
          <pc:sldMk cId="3263278510" sldId="1577"/>
        </pc:sldMkLst>
      </pc:sldChg>
      <pc:sldChg chg="modSp new mod ord">
        <pc:chgData name="Safder, Ahmad" userId="c27f30d0-2d13-470b-bb49-43ace0670b2e" providerId="ADAL" clId="{E867D963-CB8E-451D-BFEF-9C04C183EB0D}" dt="2023-12-19T04:08:28.651" v="3926" actId="12"/>
        <pc:sldMkLst>
          <pc:docMk/>
          <pc:sldMk cId="1096885135" sldId="1578"/>
        </pc:sldMkLst>
      </pc:sldChg>
      <pc:sldChg chg="modSp new mod ord modNotesTx">
        <pc:chgData name="Safder, Ahmad" userId="c27f30d0-2d13-470b-bb49-43ace0670b2e" providerId="ADAL" clId="{E867D963-CB8E-451D-BFEF-9C04C183EB0D}" dt="2023-12-19T04:51:11.856" v="4472" actId="27636"/>
        <pc:sldMkLst>
          <pc:docMk/>
          <pc:sldMk cId="659729647" sldId="1579"/>
        </pc:sldMkLst>
      </pc:sldChg>
      <pc:sldChg chg="modSp new mod">
        <pc:chgData name="Safder, Ahmad" userId="c27f30d0-2d13-470b-bb49-43ace0670b2e" providerId="ADAL" clId="{E867D963-CB8E-451D-BFEF-9C04C183EB0D}" dt="2023-12-19T05:08:10.669" v="5125" actId="20577"/>
        <pc:sldMkLst>
          <pc:docMk/>
          <pc:sldMk cId="238469485" sldId="1580"/>
        </pc:sldMkLst>
      </pc:sldChg>
      <pc:sldChg chg="modSp new del mod">
        <pc:chgData name="Safder, Ahmad" userId="c27f30d0-2d13-470b-bb49-43ace0670b2e" providerId="ADAL" clId="{E867D963-CB8E-451D-BFEF-9C04C183EB0D}" dt="2023-12-19T04:52:17.150" v="4473" actId="47"/>
        <pc:sldMkLst>
          <pc:docMk/>
          <pc:sldMk cId="1652133898" sldId="1581"/>
        </pc:sldMkLst>
      </pc:sldChg>
      <pc:sldChg chg="new del">
        <pc:chgData name="Safder, Ahmad" userId="c27f30d0-2d13-470b-bb49-43ace0670b2e" providerId="ADAL" clId="{E867D963-CB8E-451D-BFEF-9C04C183EB0D}" dt="2023-12-19T04:52:29.356" v="4474" actId="47"/>
        <pc:sldMkLst>
          <pc:docMk/>
          <pc:sldMk cId="1638215935" sldId="1582"/>
        </pc:sldMkLst>
      </pc:sldChg>
      <pc:sldChg chg="modSp new mod">
        <pc:chgData name="Safder, Ahmad" userId="c27f30d0-2d13-470b-bb49-43ace0670b2e" providerId="ADAL" clId="{E867D963-CB8E-451D-BFEF-9C04C183EB0D}" dt="2023-12-19T04:52:38.700" v="4498" actId="20577"/>
        <pc:sldMkLst>
          <pc:docMk/>
          <pc:sldMk cId="2375405562" sldId="1583"/>
        </pc:sldMkLst>
      </pc:sldChg>
      <pc:sldChg chg="new del">
        <pc:chgData name="Safder, Ahmad" userId="c27f30d0-2d13-470b-bb49-43ace0670b2e" providerId="ADAL" clId="{E867D963-CB8E-451D-BFEF-9C04C183EB0D}" dt="2023-12-19T03:05:06.963" v="3164" actId="47"/>
        <pc:sldMkLst>
          <pc:docMk/>
          <pc:sldMk cId="1991124791" sldId="1584"/>
        </pc:sldMkLst>
      </pc:sldChg>
      <pc:sldChg chg="modSp new del mod">
        <pc:chgData name="Safder, Ahmad" userId="c27f30d0-2d13-470b-bb49-43ace0670b2e" providerId="ADAL" clId="{E867D963-CB8E-451D-BFEF-9C04C183EB0D}" dt="2023-12-19T05:00:49.354" v="5005" actId="47"/>
        <pc:sldMkLst>
          <pc:docMk/>
          <pc:sldMk cId="2412804129" sldId="1584"/>
        </pc:sldMkLst>
      </pc:sldChg>
      <pc:sldChg chg="new del">
        <pc:chgData name="Safder, Ahmad" userId="c27f30d0-2d13-470b-bb49-43ace0670b2e" providerId="ADAL" clId="{E867D963-CB8E-451D-BFEF-9C04C183EB0D}" dt="2023-12-19T03:05:12.554" v="3166" actId="47"/>
        <pc:sldMkLst>
          <pc:docMk/>
          <pc:sldMk cId="4145962338" sldId="1584"/>
        </pc:sldMkLst>
      </pc:sldChg>
      <pc:sldChg chg="new del">
        <pc:chgData name="Safder, Ahmad" userId="c27f30d0-2d13-470b-bb49-43ace0670b2e" providerId="ADAL" clId="{E867D963-CB8E-451D-BFEF-9C04C183EB0D}" dt="2023-12-19T04:52:44.956" v="4500" actId="47"/>
        <pc:sldMkLst>
          <pc:docMk/>
          <pc:sldMk cId="158213598" sldId="1585"/>
        </pc:sldMkLst>
      </pc:sldChg>
      <pc:sldChg chg="modSp new mod">
        <pc:chgData name="Safder, Ahmad" userId="c27f30d0-2d13-470b-bb49-43ace0670b2e" providerId="ADAL" clId="{E867D963-CB8E-451D-BFEF-9C04C183EB0D}" dt="2023-12-19T04:56:32.667" v="4931" actId="20577"/>
        <pc:sldMkLst>
          <pc:docMk/>
          <pc:sldMk cId="3521135274" sldId="1585"/>
        </pc:sldMkLst>
      </pc:sldChg>
      <pc:sldChg chg="delSp modSp add del mod">
        <pc:chgData name="Safder, Ahmad" userId="c27f30d0-2d13-470b-bb49-43ace0670b2e" providerId="ADAL" clId="{E867D963-CB8E-451D-BFEF-9C04C183EB0D}" dt="2023-12-19T05:00:48.534" v="5004" actId="47"/>
        <pc:sldMkLst>
          <pc:docMk/>
          <pc:sldMk cId="4267166677" sldId="1586"/>
        </pc:sldMkLst>
      </pc:sldChg>
      <pc:sldChg chg="addSp delSp modSp new mod setBg">
        <pc:chgData name="Safder, Ahmad" userId="c27f30d0-2d13-470b-bb49-43ace0670b2e" providerId="ADAL" clId="{E867D963-CB8E-451D-BFEF-9C04C183EB0D}" dt="2023-12-19T05:00:45.657" v="5003" actId="1076"/>
        <pc:sldMkLst>
          <pc:docMk/>
          <pc:sldMk cId="2238698168" sldId="1587"/>
        </pc:sldMkLst>
      </pc:sldChg>
    </pc:docChg>
  </pc:docChgLst>
  <pc:docChgLst>
    <pc:chgData name="Athar Hanif" userId="637796f9-402e-466c-bee6-7b78101107e2" providerId="ADAL" clId="{CF25580A-8457-480F-8B3F-AEC45E344676}"/>
    <pc:docChg chg="undo custSel addSld delSld modSld">
      <pc:chgData name="Athar Hanif" userId="637796f9-402e-466c-bee6-7b78101107e2" providerId="ADAL" clId="{CF25580A-8457-480F-8B3F-AEC45E344676}" dt="2023-11-15T21:35:21.951" v="199" actId="1076"/>
      <pc:docMkLst>
        <pc:docMk/>
      </pc:docMkLst>
      <pc:sldChg chg="addSp delSp modSp mod">
        <pc:chgData name="Athar Hanif" userId="637796f9-402e-466c-bee6-7b78101107e2" providerId="ADAL" clId="{CF25580A-8457-480F-8B3F-AEC45E344676}" dt="2023-11-15T20:33:26.499" v="115" actId="113"/>
        <pc:sldMkLst>
          <pc:docMk/>
          <pc:sldMk cId="1820178960" sldId="922"/>
        </pc:sldMkLst>
      </pc:sldChg>
      <pc:sldChg chg="addSp delSp modSp mod">
        <pc:chgData name="Athar Hanif" userId="637796f9-402e-466c-bee6-7b78101107e2" providerId="ADAL" clId="{CF25580A-8457-480F-8B3F-AEC45E344676}" dt="2023-11-15T20:36:07.666" v="125" actId="11529"/>
        <pc:sldMkLst>
          <pc:docMk/>
          <pc:sldMk cId="1481927134" sldId="928"/>
        </pc:sldMkLst>
      </pc:sldChg>
      <pc:sldChg chg="addSp modSp mod">
        <pc:chgData name="Athar Hanif" userId="637796f9-402e-466c-bee6-7b78101107e2" providerId="ADAL" clId="{CF25580A-8457-480F-8B3F-AEC45E344676}" dt="2023-11-15T21:35:21.951" v="199" actId="1076"/>
        <pc:sldMkLst>
          <pc:docMk/>
          <pc:sldMk cId="3147394423" sldId="1547"/>
        </pc:sldMkLst>
      </pc:sldChg>
      <pc:sldChg chg="addSp delSp modSp mod">
        <pc:chgData name="Athar Hanif" userId="637796f9-402e-466c-bee6-7b78101107e2" providerId="ADAL" clId="{CF25580A-8457-480F-8B3F-AEC45E344676}" dt="2023-11-15T20:31:23.176" v="55" actId="6549"/>
        <pc:sldMkLst>
          <pc:docMk/>
          <pc:sldMk cId="1793457047" sldId="1548"/>
        </pc:sldMkLst>
      </pc:sldChg>
      <pc:sldChg chg="addSp delSp modSp mod">
        <pc:chgData name="Athar Hanif" userId="637796f9-402e-466c-bee6-7b78101107e2" providerId="ADAL" clId="{CF25580A-8457-480F-8B3F-AEC45E344676}" dt="2023-11-15T20:43:46.722" v="195" actId="1076"/>
        <pc:sldMkLst>
          <pc:docMk/>
          <pc:sldMk cId="3827996873" sldId="1562"/>
        </pc:sldMkLst>
      </pc:sldChg>
      <pc:sldChg chg="delSp mod">
        <pc:chgData name="Athar Hanif" userId="637796f9-402e-466c-bee6-7b78101107e2" providerId="ADAL" clId="{CF25580A-8457-480F-8B3F-AEC45E344676}" dt="2023-11-15T20:44:09.610" v="196" actId="478"/>
        <pc:sldMkLst>
          <pc:docMk/>
          <pc:sldMk cId="3655332785" sldId="1565"/>
        </pc:sldMkLst>
      </pc:sldChg>
      <pc:sldChg chg="add del">
        <pc:chgData name="Athar Hanif" userId="637796f9-402e-466c-bee6-7b78101107e2" providerId="ADAL" clId="{CF25580A-8457-480F-8B3F-AEC45E344676}" dt="2023-11-15T20:44:46.914" v="197" actId="2696"/>
        <pc:sldMkLst>
          <pc:docMk/>
          <pc:sldMk cId="298256971" sldId="1568"/>
        </pc:sldMkLst>
      </pc:sldChg>
    </pc:docChg>
  </pc:docChgLst>
  <pc:docChgLst>
    <pc:chgData name="Safder, Ahmad" userId="c27f30d0-2d13-470b-bb49-43ace0670b2e" providerId="ADAL" clId="{D56C5613-90B3-492E-BDC0-FFDE220C08A3}"/>
    <pc:docChg chg="undo custSel addSld delSld modSld sldOrd">
      <pc:chgData name="Safder, Ahmad" userId="c27f30d0-2d13-470b-bb49-43ace0670b2e" providerId="ADAL" clId="{D56C5613-90B3-492E-BDC0-FFDE220C08A3}" dt="2024-03-05T17:29:46.508" v="1233" actId="1076"/>
      <pc:docMkLst>
        <pc:docMk/>
      </pc:docMkLst>
      <pc:sldChg chg="delSp modSp mod">
        <pc:chgData name="Safder, Ahmad" userId="c27f30d0-2d13-470b-bb49-43ace0670b2e" providerId="ADAL" clId="{D56C5613-90B3-492E-BDC0-FFDE220C08A3}" dt="2024-02-27T06:07:37.564" v="189" actId="478"/>
        <pc:sldMkLst>
          <pc:docMk/>
          <pc:sldMk cId="2741570640" sldId="1611"/>
        </pc:sldMkLst>
      </pc:sldChg>
      <pc:sldChg chg="addSp delSp modSp mod">
        <pc:chgData name="Safder, Ahmad" userId="c27f30d0-2d13-470b-bb49-43ace0670b2e" providerId="ADAL" clId="{D56C5613-90B3-492E-BDC0-FFDE220C08A3}" dt="2024-02-27T06:33:24.149" v="582" actId="1076"/>
        <pc:sldMkLst>
          <pc:docMk/>
          <pc:sldMk cId="1820130098" sldId="1612"/>
        </pc:sldMkLst>
      </pc:sldChg>
      <pc:sldChg chg="modSp modAnim">
        <pc:chgData name="Safder, Ahmad" userId="c27f30d0-2d13-470b-bb49-43ace0670b2e" providerId="ADAL" clId="{D56C5613-90B3-492E-BDC0-FFDE220C08A3}" dt="2024-02-27T06:10:59.859" v="224"/>
        <pc:sldMkLst>
          <pc:docMk/>
          <pc:sldMk cId="1009738956" sldId="1613"/>
        </pc:sldMkLst>
      </pc:sldChg>
      <pc:sldChg chg="del">
        <pc:chgData name="Safder, Ahmad" userId="c27f30d0-2d13-470b-bb49-43ace0670b2e" providerId="ADAL" clId="{D56C5613-90B3-492E-BDC0-FFDE220C08A3}" dt="2024-02-27T06:01:32.218" v="2" actId="47"/>
        <pc:sldMkLst>
          <pc:docMk/>
          <pc:sldMk cId="2315213366" sldId="1614"/>
        </pc:sldMkLst>
      </pc:sldChg>
      <pc:sldChg chg="del">
        <pc:chgData name="Safder, Ahmad" userId="c27f30d0-2d13-470b-bb49-43ace0670b2e" providerId="ADAL" clId="{D56C5613-90B3-492E-BDC0-FFDE220C08A3}" dt="2024-02-27T06:01:35.056" v="3" actId="47"/>
        <pc:sldMkLst>
          <pc:docMk/>
          <pc:sldMk cId="1760379297" sldId="1615"/>
        </pc:sldMkLst>
      </pc:sldChg>
      <pc:sldChg chg="del">
        <pc:chgData name="Safder, Ahmad" userId="c27f30d0-2d13-470b-bb49-43ace0670b2e" providerId="ADAL" clId="{D56C5613-90B3-492E-BDC0-FFDE220C08A3}" dt="2024-02-27T06:00:46.513" v="0" actId="47"/>
        <pc:sldMkLst>
          <pc:docMk/>
          <pc:sldMk cId="3110608826" sldId="1618"/>
        </pc:sldMkLst>
      </pc:sldChg>
      <pc:sldChg chg="del">
        <pc:chgData name="Safder, Ahmad" userId="c27f30d0-2d13-470b-bb49-43ace0670b2e" providerId="ADAL" clId="{D56C5613-90B3-492E-BDC0-FFDE220C08A3}" dt="2024-02-27T06:01:09.647" v="1" actId="47"/>
        <pc:sldMkLst>
          <pc:docMk/>
          <pc:sldMk cId="786663318" sldId="1621"/>
        </pc:sldMkLst>
      </pc:sldChg>
      <pc:sldChg chg="del">
        <pc:chgData name="Safder, Ahmad" userId="c27f30d0-2d13-470b-bb49-43ace0670b2e" providerId="ADAL" clId="{D56C5613-90B3-492E-BDC0-FFDE220C08A3}" dt="2024-02-27T06:01:36.226" v="4" actId="47"/>
        <pc:sldMkLst>
          <pc:docMk/>
          <pc:sldMk cId="1708901935" sldId="1622"/>
        </pc:sldMkLst>
      </pc:sldChg>
      <pc:sldChg chg="addSp delSp modSp mod">
        <pc:chgData name="Safder, Ahmad" userId="c27f30d0-2d13-470b-bb49-43ace0670b2e" providerId="ADAL" clId="{D56C5613-90B3-492E-BDC0-FFDE220C08A3}" dt="2024-02-27T06:32:47.977" v="571" actId="1076"/>
        <pc:sldMkLst>
          <pc:docMk/>
          <pc:sldMk cId="414251573" sldId="1623"/>
        </pc:sldMkLst>
      </pc:sldChg>
      <pc:sldChg chg="addSp delSp modSp mod">
        <pc:chgData name="Safder, Ahmad" userId="c27f30d0-2d13-470b-bb49-43ace0670b2e" providerId="ADAL" clId="{D56C5613-90B3-492E-BDC0-FFDE220C08A3}" dt="2024-03-05T17:29:46.508" v="1233" actId="1076"/>
        <pc:sldMkLst>
          <pc:docMk/>
          <pc:sldMk cId="2918303787" sldId="1624"/>
        </pc:sldMkLst>
      </pc:sldChg>
      <pc:sldChg chg="addSp delSp modSp new mod">
        <pc:chgData name="Safder, Ahmad" userId="c27f30d0-2d13-470b-bb49-43ace0670b2e" providerId="ADAL" clId="{D56C5613-90B3-492E-BDC0-FFDE220C08A3}" dt="2024-02-27T06:12:42.370" v="263" actId="1076"/>
        <pc:sldMkLst>
          <pc:docMk/>
          <pc:sldMk cId="439371589" sldId="1626"/>
        </pc:sldMkLst>
      </pc:sldChg>
      <pc:sldChg chg="modSp add mod">
        <pc:chgData name="Safder, Ahmad" userId="c27f30d0-2d13-470b-bb49-43ace0670b2e" providerId="ADAL" clId="{D56C5613-90B3-492E-BDC0-FFDE220C08A3}" dt="2024-02-27T06:05:20.028" v="154"/>
        <pc:sldMkLst>
          <pc:docMk/>
          <pc:sldMk cId="3185740717" sldId="1627"/>
        </pc:sldMkLst>
      </pc:sldChg>
      <pc:sldChg chg="modSp new mod ord">
        <pc:chgData name="Safder, Ahmad" userId="c27f30d0-2d13-470b-bb49-43ace0670b2e" providerId="ADAL" clId="{D56C5613-90B3-492E-BDC0-FFDE220C08A3}" dt="2024-02-27T06:07:14.066" v="187"/>
        <pc:sldMkLst>
          <pc:docMk/>
          <pc:sldMk cId="2095369293" sldId="1628"/>
        </pc:sldMkLst>
      </pc:sldChg>
      <pc:sldChg chg="addSp delSp modSp new mod">
        <pc:chgData name="Safder, Ahmad" userId="c27f30d0-2d13-470b-bb49-43ace0670b2e" providerId="ADAL" clId="{D56C5613-90B3-492E-BDC0-FFDE220C08A3}" dt="2024-02-27T06:13:43.695" v="301" actId="1076"/>
        <pc:sldMkLst>
          <pc:docMk/>
          <pc:sldMk cId="1849450463" sldId="1629"/>
        </pc:sldMkLst>
      </pc:sldChg>
      <pc:sldChg chg="addSp delSp modSp new mod">
        <pc:chgData name="Safder, Ahmad" userId="c27f30d0-2d13-470b-bb49-43ace0670b2e" providerId="ADAL" clId="{D56C5613-90B3-492E-BDC0-FFDE220C08A3}" dt="2024-02-27T06:53:22.130" v="1231" actId="108"/>
        <pc:sldMkLst>
          <pc:docMk/>
          <pc:sldMk cId="1688826065" sldId="1630"/>
        </pc:sldMkLst>
      </pc:sldChg>
      <pc:sldChg chg="addSp delSp modSp new mod">
        <pc:chgData name="Safder, Ahmad" userId="c27f30d0-2d13-470b-bb49-43ace0670b2e" providerId="ADAL" clId="{D56C5613-90B3-492E-BDC0-FFDE220C08A3}" dt="2024-02-27T06:44:39.299" v="1088" actId="207"/>
        <pc:sldMkLst>
          <pc:docMk/>
          <pc:sldMk cId="4131743983" sldId="1631"/>
        </pc:sldMkLst>
      </pc:sldChg>
      <pc:sldChg chg="addSp delSp modSp new mod">
        <pc:chgData name="Safder, Ahmad" userId="c27f30d0-2d13-470b-bb49-43ace0670b2e" providerId="ADAL" clId="{D56C5613-90B3-492E-BDC0-FFDE220C08A3}" dt="2024-02-27T06:52:10.320" v="1221" actId="14100"/>
        <pc:sldMkLst>
          <pc:docMk/>
          <pc:sldMk cId="3036295519" sldId="1632"/>
        </pc:sldMkLst>
      </pc:sldChg>
    </pc:docChg>
  </pc:docChgLst>
  <pc:docChgLst>
    <pc:chgData name="Safder, Ahmad" userId="c27f30d0-2d13-470b-bb49-43ace0670b2e" providerId="ADAL" clId="{12C80E8B-ADCC-462F-9ABC-E3FCDB508FA2}"/>
    <pc:docChg chg="modSld">
      <pc:chgData name="Safder, Ahmad" userId="c27f30d0-2d13-470b-bb49-43ace0670b2e" providerId="ADAL" clId="{12C80E8B-ADCC-462F-9ABC-E3FCDB508FA2}" dt="2024-01-18T14:42:41.791" v="68" actId="122"/>
      <pc:docMkLst>
        <pc:docMk/>
      </pc:docMkLst>
      <pc:sldChg chg="modSp mod">
        <pc:chgData name="Safder, Ahmad" userId="c27f30d0-2d13-470b-bb49-43ace0670b2e" providerId="ADAL" clId="{12C80E8B-ADCC-462F-9ABC-E3FCDB508FA2}" dt="2024-01-18T14:35:57.998" v="67" actId="20577"/>
        <pc:sldMkLst>
          <pc:docMk/>
          <pc:sldMk cId="491974286" sldId="1604"/>
        </pc:sldMkLst>
      </pc:sldChg>
      <pc:sldChg chg="modSp mod">
        <pc:chgData name="Safder, Ahmad" userId="c27f30d0-2d13-470b-bb49-43ace0670b2e" providerId="ADAL" clId="{12C80E8B-ADCC-462F-9ABC-E3FCDB508FA2}" dt="2024-01-18T14:42:41.791" v="68" actId="122"/>
        <pc:sldMkLst>
          <pc:docMk/>
          <pc:sldMk cId="3345419922" sldId="1610"/>
        </pc:sldMkLst>
      </pc:sldChg>
    </pc:docChg>
  </pc:docChgLst>
  <pc:docChgLst>
    <pc:chgData name="Safder, Ahmad" userId="c27f30d0-2d13-470b-bb49-43ace0670b2e" providerId="ADAL" clId="{97B1B61B-2FE1-4711-8574-A5E71E2C2E46}"/>
    <pc:docChg chg="modSld">
      <pc:chgData name="Safder, Ahmad" userId="c27f30d0-2d13-470b-bb49-43ace0670b2e" providerId="ADAL" clId="{97B1B61B-2FE1-4711-8574-A5E71E2C2E46}" dt="2024-04-18T15:46:34.451" v="24"/>
      <pc:docMkLst>
        <pc:docMk/>
      </pc:docMkLst>
      <pc:sldChg chg="addSp">
        <pc:chgData name="Safder, Ahmad" userId="c27f30d0-2d13-470b-bb49-43ace0670b2e" providerId="ADAL" clId="{97B1B61B-2FE1-4711-8574-A5E71E2C2E46}" dt="2024-04-18T15:18:27.928" v="1"/>
        <pc:sldMkLst>
          <pc:docMk/>
          <pc:sldMk cId="1009738956" sldId="1613"/>
        </pc:sldMkLst>
      </pc:sldChg>
      <pc:sldChg chg="addSp">
        <pc:chgData name="Safder, Ahmad" userId="c27f30d0-2d13-470b-bb49-43ace0670b2e" providerId="ADAL" clId="{97B1B61B-2FE1-4711-8574-A5E71E2C2E46}" dt="2024-04-18T15:35:05.470" v="2"/>
        <pc:sldMkLst>
          <pc:docMk/>
          <pc:sldMk cId="477974106" sldId="1649"/>
        </pc:sldMkLst>
      </pc:sldChg>
      <pc:sldChg chg="addSp modSp mod">
        <pc:chgData name="Safder, Ahmad" userId="c27f30d0-2d13-470b-bb49-43ace0670b2e" providerId="ADAL" clId="{97B1B61B-2FE1-4711-8574-A5E71E2C2E46}" dt="2024-04-18T15:46:34.451" v="24"/>
        <pc:sldMkLst>
          <pc:docMk/>
          <pc:sldMk cId="716529781" sldId="1651"/>
        </pc:sldMkLst>
      </pc:sldChg>
    </pc:docChg>
  </pc:docChgLst>
  <pc:docChgLst>
    <pc:chgData name="Safder, Ahmad" userId="c27f30d0-2d13-470b-bb49-43ace0670b2e" providerId="ADAL" clId="{09BABA89-63FB-4A60-ACA1-E45143AC28A9}"/>
    <pc:docChg chg="custSel modSld">
      <pc:chgData name="Safder, Ahmad" userId="c27f30d0-2d13-470b-bb49-43ace0670b2e" providerId="ADAL" clId="{09BABA89-63FB-4A60-ACA1-E45143AC28A9}" dt="2024-06-12T03:44:04.358" v="9" actId="478"/>
      <pc:docMkLst>
        <pc:docMk/>
      </pc:docMkLst>
      <pc:sldChg chg="delSp modSp mod">
        <pc:chgData name="Safder, Ahmad" userId="c27f30d0-2d13-470b-bb49-43ace0670b2e" providerId="ADAL" clId="{09BABA89-63FB-4A60-ACA1-E45143AC28A9}" dt="2024-06-12T03:44:04.358" v="9" actId="478"/>
        <pc:sldMkLst>
          <pc:docMk/>
          <pc:sldMk cId="716529781" sldId="16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548DD-AF31-45BA-A26D-7AC4939564E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58C05-38F5-46EB-BECD-5394A7777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58C05-38F5-46EB-BECD-5394A7777B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5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ackg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5" descr="Seal on the Oval. Used as a background picture.">
            <a:extLst>
              <a:ext uri="{FF2B5EF4-FFF2-40B4-BE49-F238E27FC236}">
                <a16:creationId xmlns:a16="http://schemas.microsoft.com/office/drawing/2014/main" id="{C4E00CA3-028B-4946-BBB4-5C31154E3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1942" b="11942"/>
          <a:stretch/>
        </p:blipFill>
        <p:spPr>
          <a:xfrm>
            <a:off x="400279" y="374573"/>
            <a:ext cx="11391441" cy="57728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9F839D-17A6-464E-BE22-E9B747DF3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279" y="1912072"/>
            <a:ext cx="11390045" cy="2387600"/>
          </a:xfrm>
          <a:solidFill>
            <a:srgbClr val="FFFFFF">
              <a:alpha val="69804"/>
            </a:srgbClr>
          </a:solidFill>
        </p:spPr>
        <p:txBody>
          <a:bodyPr lIns="365760" anchor="ctr">
            <a:normAutofit/>
          </a:bodyPr>
          <a:lstStyle>
            <a:lvl1pPr algn="l"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48FA3-A642-4E78-8E7B-809942D8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9811" y="9494626"/>
            <a:ext cx="1893176" cy="9128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71CDF-2BA0-4B12-BAB3-F078D4D1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02ADA-344D-4C5C-97AD-978608FF7B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1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Light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001C-171D-4E3E-B5D6-BCADE39B6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895" y="501373"/>
            <a:ext cx="10515600" cy="819397"/>
          </a:xfrm>
        </p:spPr>
        <p:txBody>
          <a:bodyPr anchor="t">
            <a:normAutofit/>
          </a:bodyPr>
          <a:lstStyle>
            <a:lvl1pPr>
              <a:defRPr sz="4400" b="0">
                <a:latin typeface="+mj-lt"/>
                <a:ea typeface="Buckeye Serif SemiBold" pitchFamily="50" charset="0"/>
              </a:defRPr>
            </a:lvl1pPr>
          </a:lstStyle>
          <a:p>
            <a:r>
              <a:rPr lang="en-US"/>
              <a:t>IFAC AAC 2022: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34708-1F7D-4A7D-990D-4B02857130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7895" y="1581000"/>
            <a:ext cx="10515600" cy="496976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Registration is open: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7FDA-A121-4B28-8DDF-D450DD47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99B5A-7DCC-4693-81DE-0BE66B97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9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Re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descr="Red background with notch.">
            <a:extLst>
              <a:ext uri="{FF2B5EF4-FFF2-40B4-BE49-F238E27FC236}">
                <a16:creationId xmlns:a16="http://schemas.microsoft.com/office/drawing/2014/main" id="{221065E6-A38E-4F0C-8A91-83E3ADB9FE2D}"/>
              </a:ext>
            </a:extLst>
          </p:cNvPr>
          <p:cNvSpPr/>
          <p:nvPr userDrawn="1"/>
        </p:nvSpPr>
        <p:spPr>
          <a:xfrm>
            <a:off x="400280" y="374573"/>
            <a:ext cx="11391441" cy="5772839"/>
          </a:xfrm>
          <a:custGeom>
            <a:avLst/>
            <a:gdLst>
              <a:gd name="connsiteX0" fmla="*/ 0 w 11391441"/>
              <a:gd name="connsiteY0" fmla="*/ 11017 h 5772839"/>
              <a:gd name="connsiteX1" fmla="*/ 0 w 11391441"/>
              <a:gd name="connsiteY1" fmla="*/ 5772839 h 5772839"/>
              <a:gd name="connsiteX2" fmla="*/ 10796530 w 11391441"/>
              <a:gd name="connsiteY2" fmla="*/ 5772839 h 5772839"/>
              <a:gd name="connsiteX3" fmla="*/ 11391441 w 11391441"/>
              <a:gd name="connsiteY3" fmla="*/ 5177928 h 5772839"/>
              <a:gd name="connsiteX4" fmla="*/ 11391441 w 11391441"/>
              <a:gd name="connsiteY4" fmla="*/ 0 h 5772839"/>
              <a:gd name="connsiteX5" fmla="*/ 0 w 11391441"/>
              <a:gd name="connsiteY5" fmla="*/ 11017 h 577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91441" h="5772839">
                <a:moveTo>
                  <a:pt x="0" y="11017"/>
                </a:moveTo>
                <a:lnTo>
                  <a:pt x="0" y="5772839"/>
                </a:lnTo>
                <a:lnTo>
                  <a:pt x="10796530" y="5772839"/>
                </a:lnTo>
                <a:lnTo>
                  <a:pt x="11391441" y="5177928"/>
                </a:lnTo>
                <a:lnTo>
                  <a:pt x="11391441" y="0"/>
                </a:lnTo>
                <a:lnTo>
                  <a:pt x="0" y="11017"/>
                </a:lnTo>
                <a:close/>
              </a:path>
            </a:pathLst>
          </a:custGeom>
          <a:solidFill>
            <a:srgbClr val="B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7FDA-A121-4B28-8DDF-D450DD47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99B5A-7DCC-4693-81DE-0BE66B97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AE5508-873C-8C4C-A88E-C1B4E571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09603"/>
            <a:ext cx="10515600" cy="819397"/>
          </a:xfrm>
        </p:spPr>
        <p:txBody>
          <a:bodyPr anchor="t"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C83112E-B440-C046-B221-F7DBDB8A7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7508"/>
            <a:ext cx="10515600" cy="496976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46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21065E6-A38E-4F0C-8A91-83E3ADB9FE2D}"/>
              </a:ext>
            </a:extLst>
          </p:cNvPr>
          <p:cNvSpPr/>
          <p:nvPr userDrawn="1"/>
        </p:nvSpPr>
        <p:spPr>
          <a:xfrm>
            <a:off x="400280" y="374573"/>
            <a:ext cx="11391441" cy="5772839"/>
          </a:xfrm>
          <a:custGeom>
            <a:avLst/>
            <a:gdLst>
              <a:gd name="connsiteX0" fmla="*/ 0 w 11391441"/>
              <a:gd name="connsiteY0" fmla="*/ 11017 h 5772839"/>
              <a:gd name="connsiteX1" fmla="*/ 0 w 11391441"/>
              <a:gd name="connsiteY1" fmla="*/ 5772839 h 5772839"/>
              <a:gd name="connsiteX2" fmla="*/ 10796530 w 11391441"/>
              <a:gd name="connsiteY2" fmla="*/ 5772839 h 5772839"/>
              <a:gd name="connsiteX3" fmla="*/ 11391441 w 11391441"/>
              <a:gd name="connsiteY3" fmla="*/ 5177928 h 5772839"/>
              <a:gd name="connsiteX4" fmla="*/ 11391441 w 11391441"/>
              <a:gd name="connsiteY4" fmla="*/ 0 h 5772839"/>
              <a:gd name="connsiteX5" fmla="*/ 0 w 11391441"/>
              <a:gd name="connsiteY5" fmla="*/ 11017 h 577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91441" h="5772839">
                <a:moveTo>
                  <a:pt x="0" y="11017"/>
                </a:moveTo>
                <a:lnTo>
                  <a:pt x="0" y="5772839"/>
                </a:lnTo>
                <a:lnTo>
                  <a:pt x="10796530" y="5772839"/>
                </a:lnTo>
                <a:lnTo>
                  <a:pt x="11391441" y="5177928"/>
                </a:lnTo>
                <a:lnTo>
                  <a:pt x="11391441" y="0"/>
                </a:lnTo>
                <a:lnTo>
                  <a:pt x="0" y="11017"/>
                </a:lnTo>
                <a:close/>
              </a:path>
            </a:pathLst>
          </a:custGeom>
          <a:solidFill>
            <a:srgbClr val="A2A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7FDA-A121-4B28-8DDF-D450DD47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99B5A-7DCC-4693-81DE-0BE66B97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94FE8C-BFE3-EA46-9F67-FCF68481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09603"/>
            <a:ext cx="10515600" cy="819397"/>
          </a:xfrm>
        </p:spPr>
        <p:txBody>
          <a:bodyPr anchor="t"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68173B2-180C-2442-AB23-1F3D56096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7508"/>
            <a:ext cx="10515600" cy="496976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75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7FDA-A121-4B28-8DDF-D450DD47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99B5A-7DCC-4693-81DE-0BE66B97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4E7D8D-3CE6-BC4E-BA91-C825C3B7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09603"/>
            <a:ext cx="10515600" cy="819397"/>
          </a:xfrm>
        </p:spPr>
        <p:txBody>
          <a:bodyPr anchor="t">
            <a:norm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9BB5AB9-FC6F-7F4D-885C-DFDA82290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7508"/>
            <a:ext cx="10515600" cy="496976"/>
          </a:xfrm>
        </p:spPr>
        <p:txBody>
          <a:bodyPr>
            <a:normAutofit/>
          </a:bodyPr>
          <a:lstStyle>
            <a:lvl1pPr marL="0" indent="0">
              <a:buNone/>
              <a:defRPr sz="2600" b="1" i="0">
                <a:solidFill>
                  <a:schemeClr val="tx1"/>
                </a:solidFill>
                <a:latin typeface="Buckeye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04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AA6A-DE3E-452A-8765-F4A9FE44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042"/>
            <a:ext cx="10515600" cy="8388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92BB6-0EC3-47A0-964A-91B4EAB22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509"/>
            <a:ext cx="10515600" cy="4015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D5D7-B1FE-44D4-9552-B7681E39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9665-9022-4763-9F34-BC62AC63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748A89-EDD3-4E47-AFE7-62C61C34960B}"/>
              </a:ext>
            </a:extLst>
          </p:cNvPr>
          <p:cNvCxnSpPr>
            <a:cxnSpLocks/>
          </p:cNvCxnSpPr>
          <p:nvPr userDrawn="1"/>
        </p:nvCxnSpPr>
        <p:spPr>
          <a:xfrm>
            <a:off x="838200" y="801837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45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10778-4DA8-45B3-97ED-ECBE5C60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3038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6339C-BF56-4C01-9057-10C1041C7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6950"/>
            <a:ext cx="3200400" cy="30607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800EDF-F600-4ABA-9A26-740C4D40C6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2" y="1883038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5DC47ED-65AF-468C-B064-C602467FDF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2" y="2706950"/>
            <a:ext cx="3200400" cy="30607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A0CF29B-96BC-43D9-8AB6-6FADA9A928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5124" y="1894991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19B7547-6851-4E06-A147-72DEB3E2565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75124" y="2718903"/>
            <a:ext cx="3200400" cy="30607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40F89D-2F52-4A06-A26B-F81A4CCA049C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6764" y="2377658"/>
            <a:ext cx="0" cy="340197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615C9D-EE6C-4B25-8C7B-BD41495EDED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15362" y="2377658"/>
            <a:ext cx="0" cy="340197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670F325A-C820-6347-A10B-9DD63E3B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042"/>
            <a:ext cx="10515600" cy="8388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D95B3B-5BE2-F245-A653-7ABF52BA55BB}"/>
              </a:ext>
            </a:extLst>
          </p:cNvPr>
          <p:cNvCxnSpPr>
            <a:cxnSpLocks/>
          </p:cNvCxnSpPr>
          <p:nvPr userDrawn="1"/>
        </p:nvCxnSpPr>
        <p:spPr>
          <a:xfrm>
            <a:off x="838200" y="801837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28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CF42-CFB0-4813-AFA8-72E0DF89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332273"/>
            <a:ext cx="3637944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6339C-BF56-4C01-9057-10C1041C7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761295"/>
            <a:ext cx="3637944" cy="105580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33B443-BC15-456F-A843-6F23BCE2348A}"/>
              </a:ext>
            </a:extLst>
          </p:cNvPr>
          <p:cNvCxnSpPr>
            <a:cxnSpLocks/>
          </p:cNvCxnSpPr>
          <p:nvPr userDrawn="1"/>
        </p:nvCxnSpPr>
        <p:spPr>
          <a:xfrm>
            <a:off x="839789" y="2060409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233CD8-5E31-4581-814D-DA09D49C1F86}"/>
              </a:ext>
            </a:extLst>
          </p:cNvPr>
          <p:cNvCxnSpPr>
            <a:cxnSpLocks/>
          </p:cNvCxnSpPr>
          <p:nvPr userDrawn="1"/>
        </p:nvCxnSpPr>
        <p:spPr>
          <a:xfrm flipV="1">
            <a:off x="4982055" y="1355651"/>
            <a:ext cx="0" cy="470578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9BD27-A5AE-4AED-A944-00ED745F24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5829" y="1186651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B9DF506-FA73-4B69-BFF8-9508CCD1B3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1823" y="1197473"/>
            <a:ext cx="4524097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3C25E06-F692-49FF-AE8E-D1AB6FF3AAB9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561816" y="1494459"/>
            <a:ext cx="4524097" cy="7547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3B784B6F-C536-4BE2-9F68-EFD22C48A7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95822" y="2625206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8CA5EED-CA8D-41CE-A9A2-2D0FD1FFEA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61816" y="2636028"/>
            <a:ext cx="4524097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6A62EE4C-12CF-4CD9-A03E-75610F65D462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561809" y="2933014"/>
            <a:ext cx="4524097" cy="7547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1EDC020B-92DF-44EE-8F61-D1F57159382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95822" y="3984098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EC31054-F323-447E-A250-00C70D0332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1816" y="3994920"/>
            <a:ext cx="4524097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A0E534F-F82F-491F-A155-625F7F13DD81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561809" y="4291906"/>
            <a:ext cx="4524097" cy="7547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3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D5D7-B1FE-44D4-9552-B7681E39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9665-9022-4763-9F34-BC62AC63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C1AF12-65D7-4CCC-B876-272178DEF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975" y="2178050"/>
            <a:ext cx="3200400" cy="1555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7500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78A9C5-0FEF-4CDF-8E0D-77B2B3787EB1}"/>
              </a:ext>
            </a:extLst>
          </p:cNvPr>
          <p:cNvCxnSpPr>
            <a:cxnSpLocks/>
          </p:cNvCxnSpPr>
          <p:nvPr userDrawn="1"/>
        </p:nvCxnSpPr>
        <p:spPr>
          <a:xfrm>
            <a:off x="2117969" y="3771508"/>
            <a:ext cx="548640" cy="0"/>
          </a:xfrm>
          <a:prstGeom prst="line">
            <a:avLst/>
          </a:prstGeom>
          <a:ln w="7937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31E8251-4870-40ED-8F84-F3F4065F8B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5983" y="4133426"/>
            <a:ext cx="3200400" cy="29698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921F103-A52D-4BF8-A426-261D45BC06E9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15976" y="4430412"/>
            <a:ext cx="3200400" cy="754756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7B445D7-04D9-4518-A91A-395D959AA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2024" y="2178050"/>
            <a:ext cx="3200400" cy="1555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7500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2A72AE-B0BA-451A-A298-6F08D46BE149}"/>
              </a:ext>
            </a:extLst>
          </p:cNvPr>
          <p:cNvCxnSpPr>
            <a:cxnSpLocks/>
          </p:cNvCxnSpPr>
          <p:nvPr userDrawn="1"/>
        </p:nvCxnSpPr>
        <p:spPr>
          <a:xfrm>
            <a:off x="5720579" y="3771508"/>
            <a:ext cx="548640" cy="0"/>
          </a:xfrm>
          <a:prstGeom prst="line">
            <a:avLst/>
          </a:prstGeom>
          <a:ln w="7937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44B66B5-8A11-414B-BD6A-3CA8D49CDA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2032" y="4133426"/>
            <a:ext cx="3200400" cy="29698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B83ED64-7985-4721-920B-54BC42A5E1D7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4362025" y="4430412"/>
            <a:ext cx="3200400" cy="754756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CFB95A-0D9D-453A-9CB2-BF05EF3E7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08066" y="2178050"/>
            <a:ext cx="3200400" cy="1555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7500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95B02B-287E-4902-9AF6-04C885FA6DD1}"/>
              </a:ext>
            </a:extLst>
          </p:cNvPr>
          <p:cNvCxnSpPr>
            <a:cxnSpLocks/>
          </p:cNvCxnSpPr>
          <p:nvPr userDrawn="1"/>
        </p:nvCxnSpPr>
        <p:spPr>
          <a:xfrm>
            <a:off x="9276048" y="3771508"/>
            <a:ext cx="548640" cy="0"/>
          </a:xfrm>
          <a:prstGeom prst="line">
            <a:avLst/>
          </a:prstGeom>
          <a:ln w="7937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D79EC675-E9A3-4C03-B61F-A49031FA50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8074" y="4133426"/>
            <a:ext cx="3200400" cy="29698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8429F79-518E-407C-8FF2-83D7C7D801FD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908067" y="4430412"/>
            <a:ext cx="3200400" cy="754756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84EC54A-1238-054A-B123-4E089148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042"/>
            <a:ext cx="10515600" cy="8388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B88219-839E-554B-B72F-F7177AF5404C}"/>
              </a:ext>
            </a:extLst>
          </p:cNvPr>
          <p:cNvCxnSpPr>
            <a:cxnSpLocks/>
          </p:cNvCxnSpPr>
          <p:nvPr userDrawn="1"/>
        </p:nvCxnSpPr>
        <p:spPr>
          <a:xfrm>
            <a:off x="838200" y="801837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29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and Figures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CF42-CFB0-4813-AFA8-72E0DF89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332273"/>
            <a:ext cx="3637944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6339C-BF56-4C01-9057-10C1041C7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761295"/>
            <a:ext cx="3637944" cy="242836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 descr="Title ornament - do not edit.">
            <a:extLst>
              <a:ext uri="{FF2B5EF4-FFF2-40B4-BE49-F238E27FC236}">
                <a16:creationId xmlns:a16="http://schemas.microsoft.com/office/drawing/2014/main" id="{5F33B443-BC15-456F-A843-6F23BCE2348A}"/>
              </a:ext>
            </a:extLst>
          </p:cNvPr>
          <p:cNvCxnSpPr>
            <a:cxnSpLocks/>
          </p:cNvCxnSpPr>
          <p:nvPr userDrawn="1"/>
        </p:nvCxnSpPr>
        <p:spPr>
          <a:xfrm>
            <a:off x="839789" y="2060409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B3712-421D-4D44-A208-FCFD9F142B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9938" y="2332038"/>
            <a:ext cx="6608762" cy="38147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a chart or table</a:t>
            </a:r>
          </a:p>
        </p:txBody>
      </p:sp>
    </p:spTree>
    <p:extLst>
      <p:ext uri="{BB962C8B-B14F-4D97-AF65-F5344CB8AC3E}">
        <p14:creationId xmlns:p14="http://schemas.microsoft.com/office/powerpoint/2010/main" val="375593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BB7286-594A-4C7F-91C3-90AF74F810B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56551" y="3242821"/>
            <a:ext cx="5441197" cy="242836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3CEE6-576D-4A25-8B6C-C2373DA1C88A}"/>
              </a:ext>
            </a:extLst>
          </p:cNvPr>
          <p:cNvCxnSpPr>
            <a:cxnSpLocks/>
          </p:cNvCxnSpPr>
          <p:nvPr userDrawn="1"/>
        </p:nvCxnSpPr>
        <p:spPr>
          <a:xfrm>
            <a:off x="5856552" y="1541935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05C42B-C8C5-451C-A726-855DF2E486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5763" y="403767"/>
            <a:ext cx="4629150" cy="574364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78E9976-AB2A-4D33-BDD3-3DD81964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551" y="1806160"/>
            <a:ext cx="5441196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749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BB7286-594A-4C7F-91C3-90AF74F810B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56551" y="3242821"/>
            <a:ext cx="5441197" cy="242836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3CEE6-576D-4A25-8B6C-C2373DA1C88A}"/>
              </a:ext>
            </a:extLst>
          </p:cNvPr>
          <p:cNvCxnSpPr>
            <a:cxnSpLocks/>
          </p:cNvCxnSpPr>
          <p:nvPr userDrawn="1"/>
        </p:nvCxnSpPr>
        <p:spPr>
          <a:xfrm>
            <a:off x="5856552" y="1541935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05C42B-C8C5-451C-A726-855DF2E486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6873" y="427519"/>
            <a:ext cx="4572000" cy="296149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6F2A46D0-0103-4ABC-91D6-429E065615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873" y="3389014"/>
            <a:ext cx="22860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BFAFE350-DAC2-4FA1-8058-2BB689DE6DE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82873" y="3389014"/>
            <a:ext cx="22860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9F3245-5C19-491B-A3C7-0953BE94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551" y="1806160"/>
            <a:ext cx="5441196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97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CF42-CFB0-4813-AFA8-72E0DF89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332273"/>
            <a:ext cx="3637944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6339C-BF56-4C01-9057-10C1041C7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761295"/>
            <a:ext cx="3637944" cy="105580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42A6F-A411-470F-BD04-ADA91E6F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85E62-F2BF-47B7-BB10-92F9FF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33B443-BC15-456F-A843-6F23BCE2348A}"/>
              </a:ext>
            </a:extLst>
          </p:cNvPr>
          <p:cNvCxnSpPr>
            <a:cxnSpLocks/>
          </p:cNvCxnSpPr>
          <p:nvPr userDrawn="1"/>
        </p:nvCxnSpPr>
        <p:spPr>
          <a:xfrm>
            <a:off x="839789" y="2060409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9BD27-A5AE-4AED-A944-00ED745F24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57203" y="696457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B9DF506-FA73-4B69-BFF8-9508CCD1B3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7204" y="2453541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3C25E06-F692-49FF-AE8E-D1AB6FF3AAB9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057204" y="2763582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1ED6439-33AD-49C2-871A-58168B09AD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74140" y="696457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724A983-E2D4-411D-8E9C-28DDCC5FAF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4141" y="2453541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2A31C1D-8F1D-4CB6-9F05-8D8BB079EB9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74141" y="2763582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E32EFC8D-798E-4678-A87B-C90DCCB5A99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91076" y="696457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B1DD5E6-B902-4C2D-9D16-3F59B4BCBA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1077" y="2453541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2D6015B-E243-493B-AEF7-C9745236520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9691077" y="2763582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A5B97012-2868-43C2-9206-9E4FE0F4F6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78858" y="3386275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8454760-D7F3-475D-A20B-0C0BCB057E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78859" y="5143359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D393514-D249-454A-BB12-08A04E74C5AB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078859" y="5453400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D278255C-18BA-474E-96F6-62A50AF41C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395795" y="3386275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4F57BC1-C0AE-424B-9367-C3705C88E5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95796" y="5143359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8CE1909-D1B0-4CED-A8A6-86452D796376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7395796" y="5453400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7844A874-C4B9-4320-AE76-AA222CA8567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2731" y="3386275"/>
            <a:ext cx="2077591" cy="1676742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CF80027-C4C4-4FAC-8656-046DDF8D9C8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12732" y="5143359"/>
            <a:ext cx="2077592" cy="29698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5AC34476-3C87-41CC-8284-D6A31C7F741D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9712732" y="5453400"/>
            <a:ext cx="2077592" cy="30175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7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A03F2-9CC5-4C7D-98F8-9957C809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A53CF-A8C8-4BBA-B9A9-B09B8659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F50D38-5438-F344-9475-34794C40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042"/>
            <a:ext cx="10515600" cy="8388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8DB35-EBE4-7D47-B3CA-C94ADD2F76D2}"/>
              </a:ext>
            </a:extLst>
          </p:cNvPr>
          <p:cNvCxnSpPr>
            <a:cxnSpLocks/>
          </p:cNvCxnSpPr>
          <p:nvPr userDrawn="1"/>
        </p:nvCxnSpPr>
        <p:spPr>
          <a:xfrm>
            <a:off x="838200" y="801837"/>
            <a:ext cx="548640" cy="0"/>
          </a:xfrm>
          <a:prstGeom prst="line">
            <a:avLst/>
          </a:prstGeom>
          <a:ln w="793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215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F5652-5F8D-4F3B-BE45-6F2FE0F5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DEF2A-FDC4-461B-A64A-242E9A04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4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EA513-5076-4D62-8F85-69A918D7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855A3-A75E-4A34-A5A1-1B324FA1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63FBE-A0D1-4371-8BE2-6E00A4B835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431" y="6331563"/>
            <a:ext cx="2361317" cy="3416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F603-DAEE-420E-95E6-F50256758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7749" y="5782287"/>
            <a:ext cx="4973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FA4CD3D-26C8-47FF-8D13-9B32BAAB47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01DD-FBD8-4A19-BD71-AB3CFFDE4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75524" y="62964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D36CDE4-A224-6248-B934-4953CFFA7640}"/>
              </a:ext>
            </a:extLst>
          </p:cNvPr>
          <p:cNvSpPr/>
          <p:nvPr userDrawn="1"/>
        </p:nvSpPr>
        <p:spPr>
          <a:xfrm>
            <a:off x="400280" y="374573"/>
            <a:ext cx="11391441" cy="5772839"/>
          </a:xfrm>
          <a:custGeom>
            <a:avLst/>
            <a:gdLst>
              <a:gd name="connsiteX0" fmla="*/ 0 w 11391441"/>
              <a:gd name="connsiteY0" fmla="*/ 11017 h 5772839"/>
              <a:gd name="connsiteX1" fmla="*/ 0 w 11391441"/>
              <a:gd name="connsiteY1" fmla="*/ 5772839 h 5772839"/>
              <a:gd name="connsiteX2" fmla="*/ 10796530 w 11391441"/>
              <a:gd name="connsiteY2" fmla="*/ 5772839 h 5772839"/>
              <a:gd name="connsiteX3" fmla="*/ 11391441 w 11391441"/>
              <a:gd name="connsiteY3" fmla="*/ 5177928 h 5772839"/>
              <a:gd name="connsiteX4" fmla="*/ 11391441 w 11391441"/>
              <a:gd name="connsiteY4" fmla="*/ 0 h 5772839"/>
              <a:gd name="connsiteX5" fmla="*/ 0 w 11391441"/>
              <a:gd name="connsiteY5" fmla="*/ 11017 h 577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91441" h="5772839">
                <a:moveTo>
                  <a:pt x="0" y="11017"/>
                </a:moveTo>
                <a:lnTo>
                  <a:pt x="0" y="5772839"/>
                </a:lnTo>
                <a:lnTo>
                  <a:pt x="10796530" y="5772839"/>
                </a:lnTo>
                <a:lnTo>
                  <a:pt x="11391441" y="5177928"/>
                </a:lnTo>
                <a:lnTo>
                  <a:pt x="11391441" y="0"/>
                </a:lnTo>
                <a:lnTo>
                  <a:pt x="0" y="11017"/>
                </a:lnTo>
                <a:close/>
              </a:path>
            </a:pathLst>
          </a:custGeom>
          <a:solidFill>
            <a:srgbClr val="A2AAAD">
              <a:alpha val="1016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4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1" r:id="rId2"/>
    <p:sldLayoutId id="2147483694" r:id="rId3"/>
    <p:sldLayoutId id="2147483695" r:id="rId4"/>
    <p:sldLayoutId id="2147483696" r:id="rId5"/>
    <p:sldLayoutId id="2147483650" r:id="rId6"/>
    <p:sldLayoutId id="2147483687" r:id="rId7"/>
    <p:sldLayoutId id="2147483688" r:id="rId8"/>
    <p:sldLayoutId id="2147483689" r:id="rId9"/>
    <p:sldLayoutId id="2147483697" r:id="rId10"/>
    <p:sldLayoutId id="2147483698" r:id="rId11"/>
    <p:sldLayoutId id="2147483699" r:id="rId12"/>
    <p:sldLayoutId id="2147483682" r:id="rId13"/>
    <p:sldLayoutId id="2147483692" r:id="rId14"/>
    <p:sldLayoutId id="214748369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BA0C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.emf"/><Relationship Id="rId18" Type="http://schemas.openxmlformats.org/officeDocument/2006/relationships/image" Target="../media/image15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3.emf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2FBD-7ED9-D012-BD27-DC9DB7470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Range Extension with Optimal Traction Control for Multi E-Axle Based </a:t>
            </a:r>
            <a:r>
              <a:rPr lang="en-US"/>
              <a:t>Heavy Duty Vehicle 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849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C5FD4-1DA4-602E-6F19-F6E152B5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30370-3AA7-12FC-068E-2821D9C3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A1FF6-204B-9739-EE7A-BF238C72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46" y="1252964"/>
            <a:ext cx="1016108" cy="92872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2D34E1-4933-7958-CC1B-175E574E2EE9}"/>
              </a:ext>
            </a:extLst>
          </p:cNvPr>
          <p:cNvSpPr/>
          <p:nvPr/>
        </p:nvSpPr>
        <p:spPr>
          <a:xfrm>
            <a:off x="1782369" y="1252964"/>
            <a:ext cx="1016108" cy="4643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Road Grade</a:t>
            </a:r>
            <a:endParaRPr lang="en-PK" sz="1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6B3C54-7678-3441-E1CB-2E654B498C10}"/>
              </a:ext>
            </a:extLst>
          </p:cNvPr>
          <p:cNvSpPr/>
          <p:nvPr/>
        </p:nvSpPr>
        <p:spPr>
          <a:xfrm>
            <a:off x="1782369" y="1833989"/>
            <a:ext cx="1016108" cy="4643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Speed Limit</a:t>
            </a:r>
            <a:endParaRPr lang="en-PK" sz="12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3512CD-CAD0-B8CE-3267-43C44D612C2B}"/>
              </a:ext>
            </a:extLst>
          </p:cNvPr>
          <p:cNvSpPr/>
          <p:nvPr/>
        </p:nvSpPr>
        <p:spPr>
          <a:xfrm>
            <a:off x="2789512" y="2498842"/>
            <a:ext cx="2604474" cy="11360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F707C-74F6-D16E-4A5B-D9D3B8AC2750}"/>
              </a:ext>
            </a:extLst>
          </p:cNvPr>
          <p:cNvSpPr/>
          <p:nvPr/>
        </p:nvSpPr>
        <p:spPr>
          <a:xfrm>
            <a:off x="2984168" y="2587636"/>
            <a:ext cx="941763" cy="437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Wrapping Function</a:t>
            </a:r>
            <a:endParaRPr lang="en-PK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C6A97C-0D13-C873-B18E-640EF942C3DA}"/>
              </a:ext>
            </a:extLst>
          </p:cNvPr>
          <p:cNvSpPr/>
          <p:nvPr/>
        </p:nvSpPr>
        <p:spPr>
          <a:xfrm>
            <a:off x="3041775" y="3279889"/>
            <a:ext cx="941763" cy="305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SQP Routine</a:t>
            </a:r>
            <a:endParaRPr lang="en-PK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695567-EC9F-8310-8A0B-EEDFA19BC89B}"/>
              </a:ext>
            </a:extLst>
          </p:cNvPr>
          <p:cNvSpPr/>
          <p:nvPr/>
        </p:nvSpPr>
        <p:spPr>
          <a:xfrm>
            <a:off x="4373097" y="3277013"/>
            <a:ext cx="941763" cy="305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Cost Function</a:t>
            </a:r>
            <a:endParaRPr lang="en-PK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48F934-47A5-8BAD-6ACE-E9134FD4926B}"/>
                  </a:ext>
                </a:extLst>
              </p:cNvPr>
              <p:cNvSpPr txBox="1"/>
              <p:nvPr/>
            </p:nvSpPr>
            <p:spPr>
              <a:xfrm>
                <a:off x="3925931" y="3206793"/>
                <a:ext cx="44673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48F934-47A5-8BAD-6ACE-E9134FD4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931" y="3206793"/>
                <a:ext cx="446733" cy="184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056639-2FAE-5184-F4C8-D685E48538D8}"/>
                  </a:ext>
                </a:extLst>
              </p:cNvPr>
              <p:cNvSpPr txBox="1"/>
              <p:nvPr/>
            </p:nvSpPr>
            <p:spPr>
              <a:xfrm>
                <a:off x="4080514" y="3337570"/>
                <a:ext cx="18833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056639-2FAE-5184-F4C8-D685E4853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514" y="3337570"/>
                <a:ext cx="188338" cy="184666"/>
              </a:xfrm>
              <a:prstGeom prst="rect">
                <a:avLst/>
              </a:prstGeom>
              <a:blipFill>
                <a:blip r:embed="rId4"/>
                <a:stretch>
                  <a:fillRect l="-322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59BA32-7C14-15D1-25B2-601A881254C3}"/>
              </a:ext>
            </a:extLst>
          </p:cNvPr>
          <p:cNvSpPr/>
          <p:nvPr/>
        </p:nvSpPr>
        <p:spPr>
          <a:xfrm>
            <a:off x="4373097" y="2653383"/>
            <a:ext cx="941763" cy="305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Actuation Limit</a:t>
            </a:r>
            <a:endParaRPr lang="en-PK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E577D7-4449-C88F-2C0A-DA25D23C7E11}"/>
              </a:ext>
            </a:extLst>
          </p:cNvPr>
          <p:cNvSpPr/>
          <p:nvPr/>
        </p:nvSpPr>
        <p:spPr>
          <a:xfrm>
            <a:off x="3035440" y="3226602"/>
            <a:ext cx="2285756" cy="399916"/>
          </a:xfrm>
          <a:prstGeom prst="rect">
            <a:avLst/>
          </a:prstGeom>
          <a:noFill/>
          <a:ln w="571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7A5B8-13E9-6E27-5244-B61527BDF78A}"/>
                  </a:ext>
                </a:extLst>
              </p:cNvPr>
              <p:cNvSpPr txBox="1"/>
              <p:nvPr/>
            </p:nvSpPr>
            <p:spPr>
              <a:xfrm>
                <a:off x="4726388" y="3005743"/>
                <a:ext cx="44673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7A5B8-13E9-6E27-5244-B61527BD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388" y="3005743"/>
                <a:ext cx="446733" cy="1846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C8B2079-4203-2BAE-D3D9-B7821291A36C}"/>
              </a:ext>
            </a:extLst>
          </p:cNvPr>
          <p:cNvSpPr txBox="1"/>
          <p:nvPr/>
        </p:nvSpPr>
        <p:spPr>
          <a:xfrm>
            <a:off x="3512656" y="3036812"/>
            <a:ext cx="14306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/>
              <a:t>Constraint, param.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870A574-3CA0-3278-915D-2A9417281E7F}"/>
              </a:ext>
            </a:extLst>
          </p:cNvPr>
          <p:cNvCxnSpPr>
            <a:cxnSpLocks/>
          </p:cNvCxnSpPr>
          <p:nvPr/>
        </p:nvCxnSpPr>
        <p:spPr>
          <a:xfrm>
            <a:off x="3455049" y="2974674"/>
            <a:ext cx="0" cy="246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D82B81-DE43-9ABD-5337-BBAE1EF7808E}"/>
              </a:ext>
            </a:extLst>
          </p:cNvPr>
          <p:cNvCxnSpPr>
            <a:cxnSpLocks/>
          </p:cNvCxnSpPr>
          <p:nvPr/>
        </p:nvCxnSpPr>
        <p:spPr>
          <a:xfrm flipV="1">
            <a:off x="3983538" y="3361875"/>
            <a:ext cx="389559" cy="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287266-FFA5-81B8-0390-5C5E3D950F6E}"/>
              </a:ext>
            </a:extLst>
          </p:cNvPr>
          <p:cNvCxnSpPr>
            <a:cxnSpLocks/>
          </p:cNvCxnSpPr>
          <p:nvPr/>
        </p:nvCxnSpPr>
        <p:spPr>
          <a:xfrm flipH="1">
            <a:off x="3983538" y="3516976"/>
            <a:ext cx="389559" cy="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9E0ECD4-38F1-B665-7978-67C7C38A83FA}"/>
              </a:ext>
            </a:extLst>
          </p:cNvPr>
          <p:cNvCxnSpPr>
            <a:stCxn id="12" idx="0"/>
            <a:endCxn id="17" idx="2"/>
          </p:cNvCxnSpPr>
          <p:nvPr/>
        </p:nvCxnSpPr>
        <p:spPr>
          <a:xfrm flipV="1">
            <a:off x="4843979" y="2959164"/>
            <a:ext cx="0" cy="317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7E8B82-6ED6-C6B9-B0E9-3A83697001AF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1397454" y="1485145"/>
            <a:ext cx="384915" cy="232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86215A-3F59-036C-BBE8-932B753C4DC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397454" y="1717326"/>
            <a:ext cx="384915" cy="348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309AF0C-5B92-F968-321D-90F08EEBB673}"/>
                  </a:ext>
                </a:extLst>
              </p:cNvPr>
              <p:cNvSpPr txBox="1"/>
              <p:nvPr/>
            </p:nvSpPr>
            <p:spPr>
              <a:xfrm>
                <a:off x="2930685" y="1174948"/>
                <a:ext cx="1941750" cy="484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𝑣𝑒h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𝑝𝑑𝑡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PK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309AF0C-5B92-F968-321D-90F08EEBB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85" y="1174948"/>
                <a:ext cx="1941750" cy="484428"/>
              </a:xfrm>
              <a:prstGeom prst="rect">
                <a:avLst/>
              </a:prstGeom>
              <a:blipFill>
                <a:blip r:embed="rId6"/>
                <a:stretch>
                  <a:fillRect t="-159494" r="-10692" b="-220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938D0C0-C682-0EF5-DF79-EEB12BFD5EE7}"/>
              </a:ext>
            </a:extLst>
          </p:cNvPr>
          <p:cNvSpPr/>
          <p:nvPr/>
        </p:nvSpPr>
        <p:spPr>
          <a:xfrm>
            <a:off x="3388614" y="1633498"/>
            <a:ext cx="1317753" cy="400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Optimal driving torque </a:t>
            </a:r>
            <a:endParaRPr lang="en-PK" sz="120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318093A-AB1C-67CB-4DB7-B10DDEFE3D4C}"/>
              </a:ext>
            </a:extLst>
          </p:cNvPr>
          <p:cNvCxnSpPr>
            <a:stCxn id="7" idx="3"/>
            <a:endCxn id="48" idx="1"/>
          </p:cNvCxnSpPr>
          <p:nvPr/>
        </p:nvCxnSpPr>
        <p:spPr>
          <a:xfrm>
            <a:off x="2798477" y="1485145"/>
            <a:ext cx="590137" cy="348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BDA73C0-2568-F1B9-A05C-E6D966B3F258}"/>
              </a:ext>
            </a:extLst>
          </p:cNvPr>
          <p:cNvCxnSpPr>
            <a:stCxn id="8" idx="3"/>
            <a:endCxn id="48" idx="1"/>
          </p:cNvCxnSpPr>
          <p:nvPr/>
        </p:nvCxnSpPr>
        <p:spPr>
          <a:xfrm flipV="1">
            <a:off x="2798477" y="1833989"/>
            <a:ext cx="590137" cy="232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D4D709-73A9-E829-5282-4105B2100CFC}"/>
              </a:ext>
            </a:extLst>
          </p:cNvPr>
          <p:cNvCxnSpPr>
            <a:cxnSpLocks/>
          </p:cNvCxnSpPr>
          <p:nvPr/>
        </p:nvCxnSpPr>
        <p:spPr>
          <a:xfrm flipH="1">
            <a:off x="2798477" y="2005928"/>
            <a:ext cx="590137" cy="5817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A4D7913-7A93-A961-4001-599CA137C47E}"/>
              </a:ext>
            </a:extLst>
          </p:cNvPr>
          <p:cNvCxnSpPr>
            <a:cxnSpLocks/>
          </p:cNvCxnSpPr>
          <p:nvPr/>
        </p:nvCxnSpPr>
        <p:spPr>
          <a:xfrm>
            <a:off x="4706367" y="2005928"/>
            <a:ext cx="608493" cy="49291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8B0322-91C7-6868-902F-952210587815}"/>
                  </a:ext>
                </a:extLst>
              </p:cNvPr>
              <p:cNvSpPr txBox="1"/>
              <p:nvPr/>
            </p:nvSpPr>
            <p:spPr>
              <a:xfrm>
                <a:off x="400019" y="3434308"/>
                <a:ext cx="23932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𝑟𝑒𝑠𝑖𝑠𝑡𝑖𝑣𝑒</m:t>
                          </m:r>
                        </m:sub>
                      </m:sSub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8B0322-91C7-6868-902F-952210587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9" y="3434308"/>
                <a:ext cx="239327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2A9E6EF-2248-FBCA-D171-245F037BFC69}"/>
                  </a:ext>
                </a:extLst>
              </p:cNvPr>
              <p:cNvSpPr txBox="1"/>
              <p:nvPr/>
            </p:nvSpPr>
            <p:spPr>
              <a:xfrm>
                <a:off x="457586" y="2408841"/>
                <a:ext cx="2393270" cy="292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𝑟𝑒𝑠𝑖𝑠𝑡𝑖𝑣𝑒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𝑑𝑟𝑎𝑔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𝑔𝑟𝑎𝑑𝑒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2A9E6EF-2248-FBCA-D171-245F037BF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86" y="2408841"/>
                <a:ext cx="2393270" cy="292068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B7B75D-F063-E33D-7898-7132757161CB}"/>
                  </a:ext>
                </a:extLst>
              </p:cNvPr>
              <p:cNvSpPr txBox="1"/>
              <p:nvPr/>
            </p:nvSpPr>
            <p:spPr>
              <a:xfrm>
                <a:off x="499546" y="2656031"/>
                <a:ext cx="22401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B7B75D-F063-E33D-7898-713275716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6" y="2656031"/>
                <a:ext cx="2240135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1F0E92-C70B-82F0-A578-84BBC82B2525}"/>
                  </a:ext>
                </a:extLst>
              </p:cNvPr>
              <p:cNvSpPr txBox="1"/>
              <p:nvPr/>
            </p:nvSpPr>
            <p:spPr>
              <a:xfrm>
                <a:off x="476587" y="2824577"/>
                <a:ext cx="224013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𝑑𝑟𝑎𝑔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𝑣𝑒h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1F0E92-C70B-82F0-A578-84BBC82B2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87" y="2824577"/>
                <a:ext cx="2240135" cy="438005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7F9CF0E-922D-A26A-0BA9-539E5E882CED}"/>
                  </a:ext>
                </a:extLst>
              </p:cNvPr>
              <p:cNvSpPr txBox="1"/>
              <p:nvPr/>
            </p:nvSpPr>
            <p:spPr>
              <a:xfrm>
                <a:off x="507964" y="3180220"/>
                <a:ext cx="2240135" cy="292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𝑔𝑟𝑎𝑑𝑒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it-IT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7F9CF0E-922D-A26A-0BA9-539E5E882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64" y="3180220"/>
                <a:ext cx="2240135" cy="292068"/>
              </a:xfrm>
              <a:prstGeom prst="rect">
                <a:avLst/>
              </a:prstGeom>
              <a:blipFill>
                <a:blip r:embed="rId1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50F5E7F-7FDF-9924-1895-590861C88EA1}"/>
              </a:ext>
            </a:extLst>
          </p:cNvPr>
          <p:cNvCxnSpPr>
            <a:stCxn id="48" idx="3"/>
          </p:cNvCxnSpPr>
          <p:nvPr/>
        </p:nvCxnSpPr>
        <p:spPr>
          <a:xfrm flipV="1">
            <a:off x="4706367" y="1833988"/>
            <a:ext cx="80615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3E9071-A150-5742-D4E3-9065217234DA}"/>
                  </a:ext>
                </a:extLst>
              </p:cNvPr>
              <p:cNvSpPr txBox="1"/>
              <p:nvPr/>
            </p:nvSpPr>
            <p:spPr>
              <a:xfrm>
                <a:off x="4506103" y="1562463"/>
                <a:ext cx="1206685" cy="281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20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3E9071-A150-5742-D4E3-90652172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103" y="1562463"/>
                <a:ext cx="1206685" cy="2811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23B7988D-9AE4-8CD9-0286-8C0C4F589AE1}"/>
              </a:ext>
            </a:extLst>
          </p:cNvPr>
          <p:cNvSpPr txBox="1"/>
          <p:nvPr/>
        </p:nvSpPr>
        <p:spPr>
          <a:xfrm>
            <a:off x="442421" y="817570"/>
            <a:ext cx="368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Vehicle Level: Optimal Driving Torque</a:t>
            </a:r>
            <a:endParaRPr lang="en-PK">
              <a:solidFill>
                <a:srgbClr val="C0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75671C-91B9-41FC-69D9-139AE5A26B1F}"/>
              </a:ext>
            </a:extLst>
          </p:cNvPr>
          <p:cNvSpPr txBox="1"/>
          <p:nvPr/>
        </p:nvSpPr>
        <p:spPr>
          <a:xfrm>
            <a:off x="7605305" y="381864"/>
            <a:ext cx="431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Powertrain Level: Optimal Torque Allocation</a:t>
            </a:r>
            <a:endParaRPr lang="en-PK">
              <a:solidFill>
                <a:srgbClr val="C0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C32DB4-F086-F7F2-C48D-B7F3E4C6AE94}"/>
              </a:ext>
            </a:extLst>
          </p:cNvPr>
          <p:cNvSpPr txBox="1"/>
          <p:nvPr/>
        </p:nvSpPr>
        <p:spPr>
          <a:xfrm>
            <a:off x="8115060" y="5482609"/>
            <a:ext cx="2997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Component Level: EM Control</a:t>
            </a:r>
            <a:endParaRPr lang="en-PK">
              <a:solidFill>
                <a:srgbClr val="C00000"/>
              </a:solidFill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88A999E-7653-8D94-4635-0BB2F9BD3F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0530" y="749048"/>
            <a:ext cx="2254702" cy="24054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E42D8A-52EF-8F41-7B8A-B1AB5D5E9DC6}"/>
              </a:ext>
            </a:extLst>
          </p:cNvPr>
          <p:cNvSpPr/>
          <p:nvPr/>
        </p:nvSpPr>
        <p:spPr>
          <a:xfrm>
            <a:off x="8220635" y="749048"/>
            <a:ext cx="2604474" cy="254064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43E240-3DC1-3641-B6D8-C753E44779D1}"/>
              </a:ext>
            </a:extLst>
          </p:cNvPr>
          <p:cNvCxnSpPr>
            <a:cxnSpLocks/>
          </p:cNvCxnSpPr>
          <p:nvPr/>
        </p:nvCxnSpPr>
        <p:spPr>
          <a:xfrm>
            <a:off x="7438334" y="1879251"/>
            <a:ext cx="7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E5B52E-BF1D-CB08-A26C-81CBD8B2810D}"/>
                  </a:ext>
                </a:extLst>
              </p:cNvPr>
              <p:cNvSpPr txBox="1"/>
              <p:nvPr/>
            </p:nvSpPr>
            <p:spPr>
              <a:xfrm>
                <a:off x="7135077" y="1575848"/>
                <a:ext cx="1206685" cy="281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20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E5B52E-BF1D-CB08-A26C-81CBD8B2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077" y="1575848"/>
                <a:ext cx="1206685" cy="2811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50884D-FBDA-361C-2BAB-D854D37BCEDF}"/>
              </a:ext>
            </a:extLst>
          </p:cNvPr>
          <p:cNvCxnSpPr>
            <a:cxnSpLocks/>
          </p:cNvCxnSpPr>
          <p:nvPr/>
        </p:nvCxnSpPr>
        <p:spPr>
          <a:xfrm>
            <a:off x="10825109" y="1833448"/>
            <a:ext cx="7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39779BA-C027-790A-2984-FF2A4891F37C}"/>
                  </a:ext>
                </a:extLst>
              </p:cNvPr>
              <p:cNvSpPr txBox="1"/>
              <p:nvPr/>
            </p:nvSpPr>
            <p:spPr>
              <a:xfrm>
                <a:off x="10811676" y="1545949"/>
                <a:ext cx="879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PK" sz="12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39779BA-C027-790A-2984-FF2A4891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676" y="1545949"/>
                <a:ext cx="87947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EAD06D-F418-7A0F-151F-2699E3F780D6}"/>
                  </a:ext>
                </a:extLst>
              </p:cNvPr>
              <p:cNvSpPr txBox="1"/>
              <p:nvPr/>
            </p:nvSpPr>
            <p:spPr>
              <a:xfrm>
                <a:off x="10795127" y="1850523"/>
                <a:ext cx="879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PK" sz="12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EAD06D-F418-7A0F-151F-2699E3F78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127" y="1850523"/>
                <a:ext cx="879471" cy="276999"/>
              </a:xfrm>
              <a:prstGeom prst="rect">
                <a:avLst/>
              </a:prstGeom>
              <a:blipFill>
                <a:blip r:embed="rId16"/>
                <a:stretch>
                  <a:fillRect r="-1527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81D8DF-228B-9A3D-2F3F-B6101C179C9D}"/>
                  </a:ext>
                </a:extLst>
              </p:cNvPr>
              <p:cNvSpPr txBox="1"/>
              <p:nvPr/>
            </p:nvSpPr>
            <p:spPr>
              <a:xfrm>
                <a:off x="6529447" y="733574"/>
                <a:ext cx="1683397" cy="4844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𝑙𝑜𝑠𝑠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PK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81D8DF-228B-9A3D-2F3F-B6101C179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447" y="733574"/>
                <a:ext cx="1683397" cy="484428"/>
              </a:xfrm>
              <a:prstGeom prst="rect">
                <a:avLst/>
              </a:prstGeom>
              <a:blipFill>
                <a:blip r:embed="rId17"/>
                <a:stretch>
                  <a:fillRect t="-156250" r="-18841" b="-2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white semi truck with black background&#10;&#10;AI-generated content may be incorrect.">
            <a:extLst>
              <a:ext uri="{FF2B5EF4-FFF2-40B4-BE49-F238E27FC236}">
                <a16:creationId xmlns:a16="http://schemas.microsoft.com/office/drawing/2014/main" id="{3F5BE492-BC14-28F7-7152-3E5A5E2154C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7" t="10999" r="8891" b="18382"/>
          <a:stretch/>
        </p:blipFill>
        <p:spPr>
          <a:xfrm>
            <a:off x="5326216" y="2531737"/>
            <a:ext cx="2926870" cy="1794525"/>
          </a:xfrm>
          <a:prstGeom prst="rect">
            <a:avLst/>
          </a:prstGeom>
        </p:spPr>
      </p:pic>
      <p:sp>
        <p:nvSpPr>
          <p:cNvPr id="35" name="Arrow: Bent 34">
            <a:extLst>
              <a:ext uri="{FF2B5EF4-FFF2-40B4-BE49-F238E27FC236}">
                <a16:creationId xmlns:a16="http://schemas.microsoft.com/office/drawing/2014/main" id="{ABEB3719-F4B4-B154-0B39-D1FC1B059076}"/>
              </a:ext>
            </a:extLst>
          </p:cNvPr>
          <p:cNvSpPr/>
          <p:nvPr/>
        </p:nvSpPr>
        <p:spPr>
          <a:xfrm rot="5400000">
            <a:off x="5385193" y="1998726"/>
            <a:ext cx="794710" cy="627971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9D9C5A60-60D3-FA30-1167-9C9A7CB0DDEB}"/>
              </a:ext>
            </a:extLst>
          </p:cNvPr>
          <p:cNvSpPr/>
          <p:nvPr/>
        </p:nvSpPr>
        <p:spPr>
          <a:xfrm>
            <a:off x="5483108" y="1856719"/>
            <a:ext cx="1646086" cy="27233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BC1E54-B57F-6A58-A7FD-D244B47F231F}"/>
                  </a:ext>
                </a:extLst>
              </p:cNvPr>
              <p:cNvSpPr txBox="1"/>
              <p:nvPr/>
            </p:nvSpPr>
            <p:spPr>
              <a:xfrm>
                <a:off x="5971438" y="2189363"/>
                <a:ext cx="3406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PK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BC1E54-B57F-6A58-A7FD-D244B47F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438" y="2189363"/>
                <a:ext cx="340614" cy="369332"/>
              </a:xfrm>
              <a:prstGeom prst="rect">
                <a:avLst/>
              </a:prstGeom>
              <a:blipFill>
                <a:blip r:embed="rId19"/>
                <a:stretch>
                  <a:fillRect r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Down 43">
            <a:extLst>
              <a:ext uri="{FF2B5EF4-FFF2-40B4-BE49-F238E27FC236}">
                <a16:creationId xmlns:a16="http://schemas.microsoft.com/office/drawing/2014/main" id="{9464238F-AEF6-124D-328F-84E1CBB8E209}"/>
              </a:ext>
            </a:extLst>
          </p:cNvPr>
          <p:cNvSpPr/>
          <p:nvPr/>
        </p:nvSpPr>
        <p:spPr>
          <a:xfrm>
            <a:off x="8115060" y="2617712"/>
            <a:ext cx="265470" cy="124756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5" name="Arrow: Bent 44">
            <a:extLst>
              <a:ext uri="{FF2B5EF4-FFF2-40B4-BE49-F238E27FC236}">
                <a16:creationId xmlns:a16="http://schemas.microsoft.com/office/drawing/2014/main" id="{F05B7ECF-A636-6853-E416-3A516B85817B}"/>
              </a:ext>
            </a:extLst>
          </p:cNvPr>
          <p:cNvSpPr/>
          <p:nvPr/>
        </p:nvSpPr>
        <p:spPr>
          <a:xfrm rot="16200000" flipH="1">
            <a:off x="7585224" y="2574337"/>
            <a:ext cx="626393" cy="804323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4A1767-AEA6-4474-61D2-AF5226C74C8F}"/>
              </a:ext>
            </a:extLst>
          </p:cNvPr>
          <p:cNvSpPr txBox="1"/>
          <p:nvPr/>
        </p:nvSpPr>
        <p:spPr>
          <a:xfrm>
            <a:off x="6975248" y="2415913"/>
            <a:ext cx="1368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E-Axle supervisory </a:t>
            </a:r>
          </a:p>
          <a:p>
            <a:r>
              <a:rPr lang="en-US" sz="1200"/>
              <a:t>Control</a:t>
            </a:r>
            <a:endParaRPr lang="en-PK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2D03B81-1469-7ABD-616B-344837570217}"/>
                  </a:ext>
                </a:extLst>
              </p:cNvPr>
              <p:cNvSpPr txBox="1"/>
              <p:nvPr/>
            </p:nvSpPr>
            <p:spPr>
              <a:xfrm>
                <a:off x="6953150" y="2762519"/>
                <a:ext cx="66519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𝐴𝑥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PK" sz="12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2D03B81-1469-7ABD-616B-344837570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150" y="2762519"/>
                <a:ext cx="66519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row: Bent 55">
            <a:extLst>
              <a:ext uri="{FF2B5EF4-FFF2-40B4-BE49-F238E27FC236}">
                <a16:creationId xmlns:a16="http://schemas.microsoft.com/office/drawing/2014/main" id="{BEE349E3-86C7-75CA-6CFC-7E5631F8192A}"/>
              </a:ext>
            </a:extLst>
          </p:cNvPr>
          <p:cNvSpPr/>
          <p:nvPr/>
        </p:nvSpPr>
        <p:spPr>
          <a:xfrm rot="16200000">
            <a:off x="7445850" y="4089679"/>
            <a:ext cx="797640" cy="1071721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5718AF-5B99-0733-E077-F0E6527B1C67}"/>
              </a:ext>
            </a:extLst>
          </p:cNvPr>
          <p:cNvSpPr txBox="1"/>
          <p:nvPr/>
        </p:nvSpPr>
        <p:spPr>
          <a:xfrm>
            <a:off x="5619484" y="4162906"/>
            <a:ext cx="1791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EM Control for E-axles (Propulsion and Braking)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54A829-9685-A50D-D80E-7398B42F2CC4}"/>
              </a:ext>
            </a:extLst>
          </p:cNvPr>
          <p:cNvSpPr/>
          <p:nvPr/>
        </p:nvSpPr>
        <p:spPr>
          <a:xfrm>
            <a:off x="8743785" y="3856420"/>
            <a:ext cx="885825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Current Mapping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433C5C-171E-E542-A20D-DB66BC7470A3}"/>
              </a:ext>
            </a:extLst>
          </p:cNvPr>
          <p:cNvCxnSpPr>
            <a:cxnSpLocks/>
          </p:cNvCxnSpPr>
          <p:nvPr/>
        </p:nvCxnSpPr>
        <p:spPr>
          <a:xfrm>
            <a:off x="8185081" y="4107725"/>
            <a:ext cx="558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95DBC8-578B-55CD-E1AC-7678E8FAA5EC}"/>
                  </a:ext>
                </a:extLst>
              </p:cNvPr>
              <p:cNvSpPr txBox="1"/>
              <p:nvPr/>
            </p:nvSpPr>
            <p:spPr>
              <a:xfrm>
                <a:off x="7945297" y="4118225"/>
                <a:ext cx="7984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95DBC8-578B-55CD-E1AC-7678E8FAA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297" y="4118225"/>
                <a:ext cx="798487" cy="276999"/>
              </a:xfrm>
              <a:prstGeom prst="rect">
                <a:avLst/>
              </a:prstGeom>
              <a:blipFill>
                <a:blip r:embed="rId21"/>
                <a:stretch>
                  <a:fillRect l="-6107" r="-152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9B71237-1A13-1CE3-D5EC-3773667D7EB0}"/>
                  </a:ext>
                </a:extLst>
              </p:cNvPr>
              <p:cNvSpPr txBox="1"/>
              <p:nvPr/>
            </p:nvSpPr>
            <p:spPr>
              <a:xfrm>
                <a:off x="8312658" y="3787780"/>
                <a:ext cx="3846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9B71237-1A13-1CE3-D5EC-3773667D7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658" y="3787780"/>
                <a:ext cx="384657" cy="276999"/>
              </a:xfrm>
              <a:prstGeom prst="rect">
                <a:avLst/>
              </a:prstGeom>
              <a:blipFill>
                <a:blip r:embed="rId22"/>
                <a:stretch>
                  <a:fillRect l="-7937" r="-158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E18B79A-3F8E-C8F0-E49C-7FDE5FAB6084}"/>
              </a:ext>
            </a:extLst>
          </p:cNvPr>
          <p:cNvSpPr/>
          <p:nvPr/>
        </p:nvSpPr>
        <p:spPr>
          <a:xfrm>
            <a:off x="10468674" y="3856419"/>
            <a:ext cx="885825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Current Controller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1857D9B-5B9D-D806-52C4-0110E7A63FD6}"/>
              </a:ext>
            </a:extLst>
          </p:cNvPr>
          <p:cNvSpPr/>
          <p:nvPr/>
        </p:nvSpPr>
        <p:spPr>
          <a:xfrm>
            <a:off x="9868408" y="3890539"/>
            <a:ext cx="387510" cy="395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B43B10C-77F0-F118-E640-E5521D3ACCD3}"/>
              </a:ext>
            </a:extLst>
          </p:cNvPr>
          <p:cNvCxnSpPr>
            <a:stCxn id="14" idx="3"/>
            <a:endCxn id="49" idx="2"/>
          </p:cNvCxnSpPr>
          <p:nvPr/>
        </p:nvCxnSpPr>
        <p:spPr>
          <a:xfrm>
            <a:off x="9629610" y="4087253"/>
            <a:ext cx="238798" cy="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5ADB446-5251-B32B-8AB9-867819B62C20}"/>
              </a:ext>
            </a:extLst>
          </p:cNvPr>
          <p:cNvCxnSpPr>
            <a:stCxn id="49" idx="6"/>
            <a:endCxn id="41" idx="1"/>
          </p:cNvCxnSpPr>
          <p:nvPr/>
        </p:nvCxnSpPr>
        <p:spPr>
          <a:xfrm flipV="1">
            <a:off x="10255918" y="4087252"/>
            <a:ext cx="212756" cy="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1261D2E-B552-766D-8C78-50687CE82F30}"/>
              </a:ext>
            </a:extLst>
          </p:cNvPr>
          <p:cNvSpPr/>
          <p:nvPr/>
        </p:nvSpPr>
        <p:spPr>
          <a:xfrm>
            <a:off x="11245129" y="4393739"/>
            <a:ext cx="885825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Drive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D48B2D8-8E49-DBB1-7694-F632E344F481}"/>
              </a:ext>
            </a:extLst>
          </p:cNvPr>
          <p:cNvSpPr/>
          <p:nvPr/>
        </p:nvSpPr>
        <p:spPr>
          <a:xfrm>
            <a:off x="11248234" y="5121444"/>
            <a:ext cx="885825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PMSM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EC9A46-FDF9-8367-C91A-3BBA74002AB4}"/>
              </a:ext>
            </a:extLst>
          </p:cNvPr>
          <p:cNvCxnSpPr>
            <a:stCxn id="41" idx="3"/>
            <a:endCxn id="84" idx="0"/>
          </p:cNvCxnSpPr>
          <p:nvPr/>
        </p:nvCxnSpPr>
        <p:spPr>
          <a:xfrm>
            <a:off x="11354499" y="4087252"/>
            <a:ext cx="333543" cy="3064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3062464-6412-275A-931A-2B8A6CF4151F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>
            <a:off x="11688042" y="4855404"/>
            <a:ext cx="3105" cy="266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0C3EC66-B3A4-9351-CDDB-ADB3C7A982F1}"/>
              </a:ext>
            </a:extLst>
          </p:cNvPr>
          <p:cNvCxnSpPr>
            <a:stCxn id="85" idx="1"/>
            <a:endCxn id="49" idx="4"/>
          </p:cNvCxnSpPr>
          <p:nvPr/>
        </p:nvCxnSpPr>
        <p:spPr>
          <a:xfrm rot="10800000">
            <a:off x="10062164" y="4286075"/>
            <a:ext cx="1186071" cy="1066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0F8C719-E0F4-8B45-DFB0-43F8C264E0FC}"/>
                  </a:ext>
                </a:extLst>
              </p:cNvPr>
              <p:cNvSpPr txBox="1"/>
              <p:nvPr/>
            </p:nvSpPr>
            <p:spPr>
              <a:xfrm>
                <a:off x="9654434" y="4088219"/>
                <a:ext cx="239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0F8C719-E0F4-8B45-DFB0-43F8C264E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434" y="4088219"/>
                <a:ext cx="239681" cy="276999"/>
              </a:xfrm>
              <a:prstGeom prst="rect">
                <a:avLst/>
              </a:prstGeom>
              <a:blipFill>
                <a:blip r:embed="rId23"/>
                <a:stretch>
                  <a:fillRect l="-25641" r="-256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BB5EF5-949C-FD70-5B92-3F908527D8BA}"/>
                  </a:ext>
                </a:extLst>
              </p:cNvPr>
              <p:cNvSpPr txBox="1"/>
              <p:nvPr/>
            </p:nvSpPr>
            <p:spPr>
              <a:xfrm>
                <a:off x="10358096" y="5052195"/>
                <a:ext cx="1483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BB5EF5-949C-FD70-5B92-3F908527D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8096" y="5052195"/>
                <a:ext cx="148374" cy="276999"/>
              </a:xfrm>
              <a:prstGeom prst="rect">
                <a:avLst/>
              </a:prstGeom>
              <a:blipFill>
                <a:blip r:embed="rId24"/>
                <a:stretch>
                  <a:fillRect l="-36000" r="-28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Content Placeholder 2">
            <a:extLst>
              <a:ext uri="{FF2B5EF4-FFF2-40B4-BE49-F238E27FC236}">
                <a16:creationId xmlns:a16="http://schemas.microsoft.com/office/drawing/2014/main" id="{918A746F-17CB-C169-FA02-029BC9560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43" y="3943509"/>
            <a:ext cx="4774966" cy="1880553"/>
          </a:xfrm>
        </p:spPr>
        <p:txBody>
          <a:bodyPr>
            <a:normAutofit/>
          </a:bodyPr>
          <a:lstStyle/>
          <a:p>
            <a:r>
              <a:rPr lang="en-US" sz="1800"/>
              <a:t>In first step it calculates optimal acceleration to find optimal driving torque</a:t>
            </a:r>
          </a:p>
          <a:p>
            <a:r>
              <a:rPr lang="en-US" sz="1800"/>
              <a:t>In second step, it allocates the torque optimally to all e–axles</a:t>
            </a:r>
          </a:p>
          <a:p>
            <a:r>
              <a:rPr lang="en-US" sz="1800"/>
              <a:t>In third step, it addresses the challenges caused by uneven torque allocation   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AC47DCA1-3C2F-5F0B-CD81-8CB574154677}"/>
              </a:ext>
            </a:extLst>
          </p:cNvPr>
          <p:cNvSpPr txBox="1">
            <a:spLocks/>
          </p:cNvSpPr>
          <p:nvPr/>
        </p:nvSpPr>
        <p:spPr>
          <a:xfrm>
            <a:off x="457336" y="379670"/>
            <a:ext cx="4222544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Proposed Control Scheme</a:t>
            </a:r>
          </a:p>
        </p:txBody>
      </p:sp>
    </p:spTree>
    <p:extLst>
      <p:ext uri="{BB962C8B-B14F-4D97-AF65-F5344CB8AC3E}">
        <p14:creationId xmlns:p14="http://schemas.microsoft.com/office/powerpoint/2010/main" val="8400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144B4-62A8-37AA-68AB-26A95918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0D750-84D0-B05F-66E3-B3CF0BF9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199599-6510-FB1C-E219-8B1A512553C0}"/>
              </a:ext>
            </a:extLst>
          </p:cNvPr>
          <p:cNvSpPr txBox="1">
            <a:spLocks/>
          </p:cNvSpPr>
          <p:nvPr/>
        </p:nvSpPr>
        <p:spPr>
          <a:xfrm>
            <a:off x="425038" y="416900"/>
            <a:ext cx="4222544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Results</a:t>
            </a:r>
          </a:p>
        </p:txBody>
      </p:sp>
      <p:pic>
        <p:nvPicPr>
          <p:cNvPr id="9" name="Picture 8" descr="A graph of progress bar&#10;&#10;AI-generated content may be incorrect.">
            <a:extLst>
              <a:ext uri="{FF2B5EF4-FFF2-40B4-BE49-F238E27FC236}">
                <a16:creationId xmlns:a16="http://schemas.microsoft.com/office/drawing/2014/main" id="{0760B462-4F39-0E52-480B-75AAEC34C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514" y="173866"/>
            <a:ext cx="5208214" cy="3255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DE0D883-0ADD-951E-A3A6-323A4B26E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399" y="1092146"/>
                <a:ext cx="5362575" cy="4015454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Results show that step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) and step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) extend the vehicle range.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increases the travel time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has no Impact on travel time</a:t>
                </a:r>
              </a:p>
              <a:p>
                <a:r>
                  <a:rPr lang="en-US"/>
                  <a:t>This motivates the optimal torque allocation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DE0D883-0ADD-951E-A3A6-323A4B26E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399" y="1092146"/>
                <a:ext cx="5362575" cy="4015454"/>
              </a:xfrm>
              <a:blipFill>
                <a:blip r:embed="rId3"/>
                <a:stretch>
                  <a:fillRect l="-1932" t="-2428" r="-2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graph showing loading and loading&#10;&#10;AI-generated content may be incorrect.">
            <a:extLst>
              <a:ext uri="{FF2B5EF4-FFF2-40B4-BE49-F238E27FC236}">
                <a16:creationId xmlns:a16="http://schemas.microsoft.com/office/drawing/2014/main" id="{21CACF5E-CC62-38CB-3626-71ACCE8E9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0" y="3429000"/>
            <a:ext cx="46482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0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A4EA-BCA8-F113-C0FD-2F267CDD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EF50D-0E4A-3203-C245-1F29AE0D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6C8C8-4CA9-FFA6-36E1-8FBD0940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96EAFE-054D-994D-F8BF-619BB4B4938A}"/>
              </a:ext>
            </a:extLst>
          </p:cNvPr>
          <p:cNvSpPr txBox="1">
            <a:spLocks/>
          </p:cNvSpPr>
          <p:nvPr/>
        </p:nvSpPr>
        <p:spPr>
          <a:xfrm>
            <a:off x="425038" y="416900"/>
            <a:ext cx="5918612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Torque Allocator Interface with EM controller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DF4889-06BD-D551-7136-84C030680F7D}"/>
              </a:ext>
            </a:extLst>
          </p:cNvPr>
          <p:cNvSpPr/>
          <p:nvPr/>
        </p:nvSpPr>
        <p:spPr>
          <a:xfrm>
            <a:off x="9906000" y="1419225"/>
            <a:ext cx="1724025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Current Mapping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CBA9C3-5C6E-DE0E-49B5-DA154EB543C9}"/>
              </a:ext>
            </a:extLst>
          </p:cNvPr>
          <p:cNvSpPr/>
          <p:nvPr/>
        </p:nvSpPr>
        <p:spPr>
          <a:xfrm>
            <a:off x="9906000" y="4067176"/>
            <a:ext cx="1724025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Current Mapping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7ADFB3-721D-94F9-5A5A-79013FF2D19D}"/>
              </a:ext>
            </a:extLst>
          </p:cNvPr>
          <p:cNvSpPr/>
          <p:nvPr/>
        </p:nvSpPr>
        <p:spPr>
          <a:xfrm>
            <a:off x="4654138" y="1333500"/>
            <a:ext cx="1165637" cy="434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Torque Allocator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1AF726-B822-694A-15EC-026A7106CB11}"/>
              </a:ext>
            </a:extLst>
          </p:cNvPr>
          <p:cNvCxnSpPr/>
          <p:nvPr/>
        </p:nvCxnSpPr>
        <p:spPr>
          <a:xfrm>
            <a:off x="5819775" y="1628775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6D5DDD-9020-0030-D930-C887C5ABB41C}"/>
              </a:ext>
            </a:extLst>
          </p:cNvPr>
          <p:cNvCxnSpPr/>
          <p:nvPr/>
        </p:nvCxnSpPr>
        <p:spPr>
          <a:xfrm>
            <a:off x="5819775" y="4752975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9B09AE-CD61-7F61-08E1-4A682E4FD126}"/>
                  </a:ext>
                </a:extLst>
              </p:cNvPr>
              <p:cNvSpPr txBox="1"/>
              <p:nvPr/>
            </p:nvSpPr>
            <p:spPr>
              <a:xfrm>
                <a:off x="7881937" y="1291293"/>
                <a:ext cx="5481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9B09AE-CD61-7F61-08E1-4A682E4FD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7" y="1291293"/>
                <a:ext cx="548163" cy="299249"/>
              </a:xfrm>
              <a:prstGeom prst="rect">
                <a:avLst/>
              </a:prstGeom>
              <a:blipFill>
                <a:blip r:embed="rId2"/>
                <a:stretch>
                  <a:fillRect l="-5556" r="-5556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1ED49E-497C-0B55-46B3-F04ACED68B35}"/>
                  </a:ext>
                </a:extLst>
              </p:cNvPr>
              <p:cNvSpPr txBox="1"/>
              <p:nvPr/>
            </p:nvSpPr>
            <p:spPr>
              <a:xfrm>
                <a:off x="7862887" y="4776653"/>
                <a:ext cx="5481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1ED49E-497C-0B55-46B3-F04ACED68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87" y="4776653"/>
                <a:ext cx="548163" cy="299249"/>
              </a:xfrm>
              <a:prstGeom prst="rect">
                <a:avLst/>
              </a:prstGeom>
              <a:blipFill>
                <a:blip r:embed="rId2"/>
                <a:stretch>
                  <a:fillRect l="-5556" r="-5556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0AAEC9-9700-9FF8-8B74-F52E0D6EC8B3}"/>
              </a:ext>
            </a:extLst>
          </p:cNvPr>
          <p:cNvCxnSpPr>
            <a:endCxn id="7" idx="1"/>
          </p:cNvCxnSpPr>
          <p:nvPr/>
        </p:nvCxnSpPr>
        <p:spPr>
          <a:xfrm flipV="1">
            <a:off x="5819775" y="1814513"/>
            <a:ext cx="4086225" cy="7572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2B3681-E6FE-4135-9611-0E2B5EEAEDE6}"/>
              </a:ext>
            </a:extLst>
          </p:cNvPr>
          <p:cNvCxnSpPr>
            <a:endCxn id="8" idx="1"/>
          </p:cNvCxnSpPr>
          <p:nvPr/>
        </p:nvCxnSpPr>
        <p:spPr>
          <a:xfrm>
            <a:off x="7862887" y="2571750"/>
            <a:ext cx="2043113" cy="1890714"/>
          </a:xfrm>
          <a:prstGeom prst="bentConnector3">
            <a:avLst>
              <a:gd name="adj1" fmla="val 5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172B81-9678-4C2A-3D37-6A14D51BA917}"/>
                  </a:ext>
                </a:extLst>
              </p:cNvPr>
              <p:cNvSpPr txBox="1"/>
              <p:nvPr/>
            </p:nvSpPr>
            <p:spPr>
              <a:xfrm>
                <a:off x="6651279" y="2237989"/>
                <a:ext cx="3801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172B81-9678-4C2A-3D37-6A14D51BA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279" y="2237989"/>
                <a:ext cx="380104" cy="276999"/>
              </a:xfrm>
              <a:prstGeom prst="rect">
                <a:avLst/>
              </a:prstGeom>
              <a:blipFill>
                <a:blip r:embed="rId3"/>
                <a:stretch>
                  <a:fillRect l="-8065" r="-161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99F5-C095-3578-8724-F4E349B2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333500"/>
            <a:ext cx="3781900" cy="4015454"/>
          </a:xfrm>
        </p:spPr>
        <p:txBody>
          <a:bodyPr/>
          <a:lstStyle/>
          <a:p>
            <a:r>
              <a:rPr lang="en-US"/>
              <a:t>Torque allocator assigns the torque both motors</a:t>
            </a:r>
          </a:p>
          <a:p>
            <a:r>
              <a:rPr lang="en-US"/>
              <a:t>It provides same speed reference to both motors </a:t>
            </a:r>
          </a:p>
        </p:txBody>
      </p:sp>
    </p:spTree>
    <p:extLst>
      <p:ext uri="{BB962C8B-B14F-4D97-AF65-F5344CB8AC3E}">
        <p14:creationId xmlns:p14="http://schemas.microsoft.com/office/powerpoint/2010/main" val="8646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26E2-6E17-D0E1-DD2E-9A8D3A6E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01409F-76EB-7905-3F8D-36F61F981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607" y="486650"/>
            <a:ext cx="6561717" cy="505835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17D35-1AE7-1CC5-F136-023CA933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B8D7E-D028-5B75-8EF5-6BEB8A59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936925-56A4-80B1-D656-A0F3BE30B82A}"/>
              </a:ext>
            </a:extLst>
          </p:cNvPr>
          <p:cNvSpPr txBox="1">
            <a:spLocks/>
          </p:cNvSpPr>
          <p:nvPr/>
        </p:nvSpPr>
        <p:spPr>
          <a:xfrm>
            <a:off x="425037" y="416900"/>
            <a:ext cx="5133975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EM response under uneven torque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4CF7D-20E2-AAD8-8993-DBCC5B586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71" y="2624175"/>
            <a:ext cx="3361106" cy="352323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D01BC9C-17F1-CB45-314A-4F0A4CD0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7" y="974493"/>
            <a:ext cx="4497974" cy="1533576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Uneven torque allocation starts after 0.5 sec</a:t>
            </a:r>
          </a:p>
          <a:p>
            <a:r>
              <a:rPr lang="en-US"/>
              <a:t>EM controller is unable to drive the Ems at same speed</a:t>
            </a:r>
          </a:p>
        </p:txBody>
      </p:sp>
    </p:spTree>
    <p:extLst>
      <p:ext uri="{BB962C8B-B14F-4D97-AF65-F5344CB8AC3E}">
        <p14:creationId xmlns:p14="http://schemas.microsoft.com/office/powerpoint/2010/main" val="372128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72173-C1BD-0277-148A-BC861588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449D6-4A8E-E96E-45FC-6204019D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404BF4-4E01-9E16-06CB-B7FD3B834EBD}"/>
              </a:ext>
            </a:extLst>
          </p:cNvPr>
          <p:cNvSpPr txBox="1">
            <a:spLocks/>
          </p:cNvSpPr>
          <p:nvPr/>
        </p:nvSpPr>
        <p:spPr>
          <a:xfrm>
            <a:off x="425038" y="416900"/>
            <a:ext cx="5251862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Speed synchronization Methodology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C1D0FB-9D6D-9527-E3A8-F15B2DF2336D}"/>
              </a:ext>
            </a:extLst>
          </p:cNvPr>
          <p:cNvSpPr/>
          <p:nvPr/>
        </p:nvSpPr>
        <p:spPr>
          <a:xfrm>
            <a:off x="9961517" y="1262470"/>
            <a:ext cx="1724025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Current Mapping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9D3F54-0FFE-4238-A139-9043A782387D}"/>
              </a:ext>
            </a:extLst>
          </p:cNvPr>
          <p:cNvSpPr/>
          <p:nvPr/>
        </p:nvSpPr>
        <p:spPr>
          <a:xfrm>
            <a:off x="9961517" y="3910421"/>
            <a:ext cx="1724025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Current Mapping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8B039-612E-8A57-1D36-8B7C88BD8168}"/>
              </a:ext>
            </a:extLst>
          </p:cNvPr>
          <p:cNvSpPr/>
          <p:nvPr/>
        </p:nvSpPr>
        <p:spPr>
          <a:xfrm>
            <a:off x="4709655" y="1176745"/>
            <a:ext cx="1165637" cy="434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Torque Allocator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245AA-0FBC-E477-B45B-8CA7CB71406A}"/>
              </a:ext>
            </a:extLst>
          </p:cNvPr>
          <p:cNvCxnSpPr/>
          <p:nvPr/>
        </p:nvCxnSpPr>
        <p:spPr>
          <a:xfrm>
            <a:off x="5875292" y="1472020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66DF84-EEFB-9FD1-17A1-5DEBC8042959}"/>
              </a:ext>
            </a:extLst>
          </p:cNvPr>
          <p:cNvCxnSpPr/>
          <p:nvPr/>
        </p:nvCxnSpPr>
        <p:spPr>
          <a:xfrm>
            <a:off x="5875292" y="4596220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854C29-8151-CD30-2456-4FCB193DEC69}"/>
                  </a:ext>
                </a:extLst>
              </p:cNvPr>
              <p:cNvSpPr txBox="1"/>
              <p:nvPr/>
            </p:nvSpPr>
            <p:spPr>
              <a:xfrm>
                <a:off x="7937454" y="1134538"/>
                <a:ext cx="5481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854C29-8151-CD30-2456-4FCB193DE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454" y="1134538"/>
                <a:ext cx="548163" cy="299249"/>
              </a:xfrm>
              <a:prstGeom prst="rect">
                <a:avLst/>
              </a:prstGeom>
              <a:blipFill>
                <a:blip r:embed="rId2"/>
                <a:stretch>
                  <a:fillRect l="-5556" r="-6667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06578-7FBA-04D3-C44C-B66F78E24155}"/>
                  </a:ext>
                </a:extLst>
              </p:cNvPr>
              <p:cNvSpPr txBox="1"/>
              <p:nvPr/>
            </p:nvSpPr>
            <p:spPr>
              <a:xfrm>
                <a:off x="7918404" y="4619898"/>
                <a:ext cx="5481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06578-7FBA-04D3-C44C-B66F78E24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404" y="4619898"/>
                <a:ext cx="548163" cy="299249"/>
              </a:xfrm>
              <a:prstGeom prst="rect">
                <a:avLst/>
              </a:prstGeom>
              <a:blipFill>
                <a:blip r:embed="rId3"/>
                <a:stretch>
                  <a:fillRect l="-5556" r="-5556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C1A09A3-504F-4BF4-20A0-801CA5E73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333500"/>
            <a:ext cx="3781900" cy="4015454"/>
          </a:xfrm>
        </p:spPr>
        <p:txBody>
          <a:bodyPr/>
          <a:lstStyle/>
          <a:p>
            <a:r>
              <a:rPr lang="en-US"/>
              <a:t>Speed synchronizer change the speed reference for both EMs so that output speed of both EMs should be same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0361E9-31CC-CF84-319F-D9A585DF8E00}"/>
              </a:ext>
            </a:extLst>
          </p:cNvPr>
          <p:cNvSpPr/>
          <p:nvPr/>
        </p:nvSpPr>
        <p:spPr>
          <a:xfrm>
            <a:off x="6904586" y="2386149"/>
            <a:ext cx="1759131" cy="10428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Synchronizer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72E921-4062-A55A-C588-0A0A835F62FB}"/>
              </a:ext>
            </a:extLst>
          </p:cNvPr>
          <p:cNvCxnSpPr>
            <a:endCxn id="24" idx="1"/>
          </p:cNvCxnSpPr>
          <p:nvPr/>
        </p:nvCxnSpPr>
        <p:spPr>
          <a:xfrm>
            <a:off x="5875292" y="2899954"/>
            <a:ext cx="1029294" cy="7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9621CA5-BCC3-0CFC-50DA-EC61B8A08032}"/>
              </a:ext>
            </a:extLst>
          </p:cNvPr>
          <p:cNvCxnSpPr>
            <a:stCxn id="24" idx="0"/>
            <a:endCxn id="7" idx="1"/>
          </p:cNvCxnSpPr>
          <p:nvPr/>
        </p:nvCxnSpPr>
        <p:spPr>
          <a:xfrm rot="5400000" flipH="1" flipV="1">
            <a:off x="8508639" y="933272"/>
            <a:ext cx="728391" cy="2177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26D95E-19C2-DEAC-3811-2DE2C1BAD742}"/>
              </a:ext>
            </a:extLst>
          </p:cNvPr>
          <p:cNvCxnSpPr>
            <a:stCxn id="24" idx="2"/>
            <a:endCxn id="8" idx="1"/>
          </p:cNvCxnSpPr>
          <p:nvPr/>
        </p:nvCxnSpPr>
        <p:spPr>
          <a:xfrm rot="16200000" flipH="1">
            <a:off x="8434477" y="2778668"/>
            <a:ext cx="876715" cy="2177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C20B06-E8E8-A990-7255-10614B4C8FD5}"/>
              </a:ext>
            </a:extLst>
          </p:cNvPr>
          <p:cNvCxnSpPr/>
          <p:nvPr/>
        </p:nvCxnSpPr>
        <p:spPr>
          <a:xfrm>
            <a:off x="7167154" y="1472020"/>
            <a:ext cx="0" cy="914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71703D-1EE0-5882-E6DB-C2C3B66E7A7A}"/>
              </a:ext>
            </a:extLst>
          </p:cNvPr>
          <p:cNvCxnSpPr/>
          <p:nvPr/>
        </p:nvCxnSpPr>
        <p:spPr>
          <a:xfrm flipV="1">
            <a:off x="7280366" y="3428993"/>
            <a:ext cx="0" cy="1167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DECE3AA-786D-6FC4-7929-43EEC19E2C58}"/>
                  </a:ext>
                </a:extLst>
              </p:cNvPr>
              <p:cNvSpPr txBox="1"/>
              <p:nvPr/>
            </p:nvSpPr>
            <p:spPr>
              <a:xfrm>
                <a:off x="8485617" y="1643337"/>
                <a:ext cx="609076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DECE3AA-786D-6FC4-7929-43EEC19E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617" y="1643337"/>
                <a:ext cx="609076" cy="299249"/>
              </a:xfrm>
              <a:prstGeom prst="rect">
                <a:avLst/>
              </a:prstGeom>
              <a:blipFill>
                <a:blip r:embed="rId4"/>
                <a:stretch>
                  <a:fillRect l="-5000" r="-6000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B14CFE-0ABE-4FE6-DE97-E399E473BAF9}"/>
                  </a:ext>
                </a:extLst>
              </p:cNvPr>
              <p:cNvSpPr txBox="1"/>
              <p:nvPr/>
            </p:nvSpPr>
            <p:spPr>
              <a:xfrm>
                <a:off x="8430100" y="3968001"/>
                <a:ext cx="609077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B14CFE-0ABE-4FE6-DE97-E399E473B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100" y="3968001"/>
                <a:ext cx="609077" cy="299249"/>
              </a:xfrm>
              <a:prstGeom prst="rect">
                <a:avLst/>
              </a:prstGeom>
              <a:blipFill>
                <a:blip r:embed="rId5"/>
                <a:stretch>
                  <a:fillRect l="-5000" r="-6000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19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44C6-6312-FA7F-114F-9EB96B8A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7AEA1-2AF4-A8C2-A9F3-2F3F4791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26F43-8ADF-B1EE-975B-7AB18938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B3A71A-91E8-2A7A-7916-11E180284838}"/>
              </a:ext>
            </a:extLst>
          </p:cNvPr>
          <p:cNvSpPr txBox="1">
            <a:spLocks/>
          </p:cNvSpPr>
          <p:nvPr/>
        </p:nvSpPr>
        <p:spPr>
          <a:xfrm>
            <a:off x="425038" y="416900"/>
            <a:ext cx="5251862" cy="487843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BA0C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Results with proposed synchronization 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727F39-0897-6128-732A-6ECB7451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3" y="1064960"/>
            <a:ext cx="6257925" cy="4981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4F596-3326-2A9B-FB6A-36769AD92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98" y="710588"/>
            <a:ext cx="542925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223036-3EFC-7DC7-5E1C-87B7457E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B69A7D-6334-002A-BF49-65861C15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4CD3D-26C8-47FF-8D13-9B32BAAB4735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F68516-A367-2D8B-59FB-543B96A7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C9571-F1AF-C1F9-2FD9-7C83AFE54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1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656565"/>
      </a:accent1>
      <a:accent2>
        <a:srgbClr val="BF0000"/>
      </a:accent2>
      <a:accent3>
        <a:srgbClr val="A1D856"/>
      </a:accent3>
      <a:accent4>
        <a:srgbClr val="000000"/>
      </a:accent4>
      <a:accent5>
        <a:srgbClr val="50771B"/>
      </a:accent5>
      <a:accent6>
        <a:srgbClr val="354F12"/>
      </a:accent6>
      <a:hlink>
        <a:srgbClr val="6B9F25"/>
      </a:hlink>
      <a:folHlink>
        <a:srgbClr val="B26B02"/>
      </a:folHlink>
    </a:clrScheme>
    <a:fontScheme name="Ohio State - Buckeye Fonts">
      <a:majorFont>
        <a:latin typeface="Buckeye Serif Black"/>
        <a:ea typeface=""/>
        <a:cs typeface=""/>
      </a:majorFont>
      <a:minorFont>
        <a:latin typeface="Buckey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40AFD08FDC824C9FA0952D06042B80" ma:contentTypeVersion="12" ma:contentTypeDescription="Create a new document." ma:contentTypeScope="" ma:versionID="d4e9fa5b41d8b3cc0b163b7fe1e7c8a9">
  <xsd:schema xmlns:xsd="http://www.w3.org/2001/XMLSchema" xmlns:xs="http://www.w3.org/2001/XMLSchema" xmlns:p="http://schemas.microsoft.com/office/2006/metadata/properties" xmlns:ns2="86ce8f20-4e1f-4eaf-bfe5-53a83639e3ff" targetNamespace="http://schemas.microsoft.com/office/2006/metadata/properties" ma:root="true" ma:fieldsID="9820071bb4495b92760bf18daf451d3c" ns2:_="">
    <xsd:import namespace="86ce8f20-4e1f-4eaf-bfe5-53a83639e3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ce8f20-4e1f-4eaf-bfe5-53a83639e3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34354-605c-4a24-9fd5-b21458dd13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ce8f20-4e1f-4eaf-bfe5-53a83639e3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168DDB-C27E-4EC4-A77C-4B4D4FCF3C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ce8f20-4e1f-4eaf-bfe5-53a83639e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A100D0-E90E-4669-8836-CEE91DE236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6AFD0D-D699-49CF-9B3B-29111A6F501E}">
  <ds:schemaRefs>
    <ds:schemaRef ds:uri="0bd06c11-7e72-48aa-82d2-c36a4774278c"/>
    <ds:schemaRef ds:uri="3820bebc-9e8f-482d-9741-dca930b0ec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6ce8f20-4e1f-4eaf-bfe5-53a83639e3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310</Words>
  <Application>Microsoft Office PowerPoint</Application>
  <PresentationFormat>Widescreen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Buckeye Sans</vt:lpstr>
      <vt:lpstr>Buckeye Serif Black</vt:lpstr>
      <vt:lpstr>Calibri</vt:lpstr>
      <vt:lpstr>Cambria Math</vt:lpstr>
      <vt:lpstr>Office Theme</vt:lpstr>
      <vt:lpstr>Range Extension with Optimal Traction Control for Multi E-Axle Based Heavy Duty Vehicle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Hoy, Mary</dc:creator>
  <cp:lastModifiedBy>Safder, Ahmad Hussain</cp:lastModifiedBy>
  <cp:revision>1</cp:revision>
  <dcterms:created xsi:type="dcterms:W3CDTF">2021-09-24T16:29:17Z</dcterms:created>
  <dcterms:modified xsi:type="dcterms:W3CDTF">2025-10-27T20:43:40Z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0x010100E440AFD08FDC824C9FA0952D06042B80</vt:lpwstr>
  </property>
  <property fmtid="{D5CDD505-2E9C-101B-9397-08002B2CF9AE}" pid="3" name="MediaServiceImageTags">
    <vt:lpwstr/>
  </property>
</Properties>
</file>